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5" r:id="rId9"/>
    <p:sldId id="263" r:id="rId10"/>
    <p:sldId id="264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984AAC9-020F-42B9-BA1F-82638D6643C3}" v="4" dt="2025-12-03T00:53:03.45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720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athan Saldanha" userId="1a8e11d681821b69" providerId="LiveId" clId="{DD1AE910-D254-47AF-A879-2E25B4632160}"/>
    <pc:docChg chg="undo custSel addSld modSld">
      <pc:chgData name="Nathan Saldanha" userId="1a8e11d681821b69" providerId="LiveId" clId="{DD1AE910-D254-47AF-A879-2E25B4632160}" dt="2025-12-03T00:53:10.406" v="44" actId="26606"/>
      <pc:docMkLst>
        <pc:docMk/>
      </pc:docMkLst>
      <pc:sldChg chg="addSp delSp modSp mod">
        <pc:chgData name="Nathan Saldanha" userId="1a8e11d681821b69" providerId="LiveId" clId="{DD1AE910-D254-47AF-A879-2E25B4632160}" dt="2025-12-03T00:39:52.297" v="32" actId="20577"/>
        <pc:sldMkLst>
          <pc:docMk/>
          <pc:sldMk cId="0" sldId="256"/>
        </pc:sldMkLst>
        <pc:spChg chg="mod">
          <ac:chgData name="Nathan Saldanha" userId="1a8e11d681821b69" providerId="LiveId" clId="{DD1AE910-D254-47AF-A879-2E25B4632160}" dt="2025-12-03T00:39:30.898" v="31" actId="26606"/>
          <ac:spMkLst>
            <pc:docMk/>
            <pc:sldMk cId="0" sldId="256"/>
            <ac:spMk id="2" creationId="{00000000-0000-0000-0000-000000000000}"/>
          </ac:spMkLst>
        </pc:spChg>
        <pc:spChg chg="del">
          <ac:chgData name="Nathan Saldanha" userId="1a8e11d681821b69" providerId="LiveId" clId="{DD1AE910-D254-47AF-A879-2E25B4632160}" dt="2025-12-03T00:39:30.898" v="31" actId="26606"/>
          <ac:spMkLst>
            <pc:docMk/>
            <pc:sldMk cId="0" sldId="256"/>
            <ac:spMk id="9" creationId="{2659FDB4-FCBE-4A89-B46D-43D4FA54464D}"/>
          </ac:spMkLst>
        </pc:spChg>
        <pc:spChg chg="add">
          <ac:chgData name="Nathan Saldanha" userId="1a8e11d681821b69" providerId="LiveId" clId="{DD1AE910-D254-47AF-A879-2E25B4632160}" dt="2025-12-03T00:39:30.898" v="31" actId="26606"/>
          <ac:spMkLst>
            <pc:docMk/>
            <pc:sldMk cId="0" sldId="256"/>
            <ac:spMk id="16" creationId="{9DBC8166-481C-4473-95F5-9A5B9073B7F1}"/>
          </ac:spMkLst>
        </pc:spChg>
        <pc:spChg chg="add">
          <ac:chgData name="Nathan Saldanha" userId="1a8e11d681821b69" providerId="LiveId" clId="{DD1AE910-D254-47AF-A879-2E25B4632160}" dt="2025-12-03T00:39:30.898" v="31" actId="26606"/>
          <ac:spMkLst>
            <pc:docMk/>
            <pc:sldMk cId="0" sldId="256"/>
            <ac:spMk id="18" creationId="{A5A5CE6E-90AF-4D43-A014-1F9EC83EB93D}"/>
          </ac:spMkLst>
        </pc:spChg>
        <pc:graphicFrameChg chg="mod modGraphic">
          <ac:chgData name="Nathan Saldanha" userId="1a8e11d681821b69" providerId="LiveId" clId="{DD1AE910-D254-47AF-A879-2E25B4632160}" dt="2025-12-03T00:39:52.297" v="32" actId="20577"/>
          <ac:graphicFrameMkLst>
            <pc:docMk/>
            <pc:sldMk cId="0" sldId="256"/>
            <ac:graphicFrameMk id="5" creationId="{8103AAE5-8D28-3460-859E-4A28BBB1AA8A}"/>
          </ac:graphicFrameMkLst>
        </pc:graphicFrameChg>
        <pc:cxnChg chg="del">
          <ac:chgData name="Nathan Saldanha" userId="1a8e11d681821b69" providerId="LiveId" clId="{DD1AE910-D254-47AF-A879-2E25B4632160}" dt="2025-12-03T00:39:30.898" v="31" actId="26606"/>
          <ac:cxnSpMkLst>
            <pc:docMk/>
            <pc:sldMk cId="0" sldId="256"/>
            <ac:cxnSpMk id="11" creationId="{C8F51B3F-8331-4E4A-AE96-D47B1006EEAD}"/>
          </ac:cxnSpMkLst>
        </pc:cxnChg>
      </pc:sldChg>
      <pc:sldChg chg="addSp delSp modSp mod">
        <pc:chgData name="Nathan Saldanha" userId="1a8e11d681821b69" providerId="LiveId" clId="{DD1AE910-D254-47AF-A879-2E25B4632160}" dt="2025-12-03T00:38:20.895" v="16" actId="26606"/>
        <pc:sldMkLst>
          <pc:docMk/>
          <pc:sldMk cId="0" sldId="258"/>
        </pc:sldMkLst>
        <pc:spChg chg="mod">
          <ac:chgData name="Nathan Saldanha" userId="1a8e11d681821b69" providerId="LiveId" clId="{DD1AE910-D254-47AF-A879-2E25B4632160}" dt="2025-12-03T00:38:20.895" v="16" actId="26606"/>
          <ac:spMkLst>
            <pc:docMk/>
            <pc:sldMk cId="0" sldId="258"/>
            <ac:spMk id="2" creationId="{00000000-0000-0000-0000-000000000000}"/>
          </ac:spMkLst>
        </pc:spChg>
        <pc:spChg chg="del">
          <ac:chgData name="Nathan Saldanha" userId="1a8e11d681821b69" providerId="LiveId" clId="{DD1AE910-D254-47AF-A879-2E25B4632160}" dt="2025-12-03T00:36:50.301" v="5" actId="26606"/>
          <ac:spMkLst>
            <pc:docMk/>
            <pc:sldMk cId="0" sldId="258"/>
            <ac:spMk id="9" creationId="{2659FDB4-FCBE-4A89-B46D-43D4FA54464D}"/>
          </ac:spMkLst>
        </pc:spChg>
        <pc:spChg chg="add del">
          <ac:chgData name="Nathan Saldanha" userId="1a8e11d681821b69" providerId="LiveId" clId="{DD1AE910-D254-47AF-A879-2E25B4632160}" dt="2025-12-03T00:38:20.895" v="16" actId="26606"/>
          <ac:spMkLst>
            <pc:docMk/>
            <pc:sldMk cId="0" sldId="258"/>
            <ac:spMk id="16" creationId="{955A2079-FA98-4876-80F0-72364A7D2EA4}"/>
          </ac:spMkLst>
        </pc:spChg>
        <pc:spChg chg="add del">
          <ac:chgData name="Nathan Saldanha" userId="1a8e11d681821b69" providerId="LiveId" clId="{DD1AE910-D254-47AF-A879-2E25B4632160}" dt="2025-12-03T00:38:08.807" v="11" actId="26606"/>
          <ac:spMkLst>
            <pc:docMk/>
            <pc:sldMk cId="0" sldId="258"/>
            <ac:spMk id="21" creationId="{1D63C574-BFD2-41A1-A567-B0C3CC7FDD4F}"/>
          </ac:spMkLst>
        </pc:spChg>
        <pc:spChg chg="add del">
          <ac:chgData name="Nathan Saldanha" userId="1a8e11d681821b69" providerId="LiveId" clId="{DD1AE910-D254-47AF-A879-2E25B4632160}" dt="2025-12-03T00:38:08.807" v="11" actId="26606"/>
          <ac:spMkLst>
            <pc:docMk/>
            <pc:sldMk cId="0" sldId="258"/>
            <ac:spMk id="23" creationId="{E2A46BAB-8C31-42B2-90E8-B26DD3E81D37}"/>
          </ac:spMkLst>
        </pc:spChg>
        <pc:spChg chg="add del">
          <ac:chgData name="Nathan Saldanha" userId="1a8e11d681821b69" providerId="LiveId" clId="{DD1AE910-D254-47AF-A879-2E25B4632160}" dt="2025-12-03T00:38:16.116" v="13" actId="26606"/>
          <ac:spMkLst>
            <pc:docMk/>
            <pc:sldMk cId="0" sldId="258"/>
            <ac:spMk id="38" creationId="{6C4028FD-8BAA-4A19-BFDE-594D991B7552}"/>
          </ac:spMkLst>
        </pc:spChg>
        <pc:spChg chg="add del">
          <ac:chgData name="Nathan Saldanha" userId="1a8e11d681821b69" providerId="LiveId" clId="{DD1AE910-D254-47AF-A879-2E25B4632160}" dt="2025-12-03T00:38:20.799" v="15" actId="26606"/>
          <ac:spMkLst>
            <pc:docMk/>
            <pc:sldMk cId="0" sldId="258"/>
            <ac:spMk id="40" creationId="{6C4028FD-8BAA-4A19-BFDE-594D991B7552}"/>
          </ac:spMkLst>
        </pc:spChg>
        <pc:spChg chg="add">
          <ac:chgData name="Nathan Saldanha" userId="1a8e11d681821b69" providerId="LiveId" clId="{DD1AE910-D254-47AF-A879-2E25B4632160}" dt="2025-12-03T00:38:20.895" v="16" actId="26606"/>
          <ac:spMkLst>
            <pc:docMk/>
            <pc:sldMk cId="0" sldId="258"/>
            <ac:spMk id="42" creationId="{9DBC8166-481C-4473-95F5-9A5B9073B7F1}"/>
          </ac:spMkLst>
        </pc:spChg>
        <pc:spChg chg="add">
          <ac:chgData name="Nathan Saldanha" userId="1a8e11d681821b69" providerId="LiveId" clId="{DD1AE910-D254-47AF-A879-2E25B4632160}" dt="2025-12-03T00:38:20.895" v="16" actId="26606"/>
          <ac:spMkLst>
            <pc:docMk/>
            <pc:sldMk cId="0" sldId="258"/>
            <ac:spMk id="43" creationId="{A5A5CE6E-90AF-4D43-A014-1F9EC83EB93D}"/>
          </ac:spMkLst>
        </pc:spChg>
        <pc:grpChg chg="add del">
          <ac:chgData name="Nathan Saldanha" userId="1a8e11d681821b69" providerId="LiveId" clId="{DD1AE910-D254-47AF-A879-2E25B4632160}" dt="2025-12-03T00:38:08.807" v="11" actId="26606"/>
          <ac:grpSpMkLst>
            <pc:docMk/>
            <pc:sldMk cId="0" sldId="258"/>
            <ac:grpSpMk id="25" creationId="{B3F7A3C7-0737-4E57-B30E-8EEFE638B401}"/>
          </ac:grpSpMkLst>
        </pc:grpChg>
        <pc:grpChg chg="add del">
          <ac:chgData name="Nathan Saldanha" userId="1a8e11d681821b69" providerId="LiveId" clId="{DD1AE910-D254-47AF-A879-2E25B4632160}" dt="2025-12-03T00:38:08.807" v="11" actId="26606"/>
          <ac:grpSpMkLst>
            <pc:docMk/>
            <pc:sldMk cId="0" sldId="258"/>
            <ac:grpSpMk id="29" creationId="{43F5E015-E085-4624-B431-B42414448684}"/>
          </ac:grpSpMkLst>
        </pc:grpChg>
        <pc:graphicFrameChg chg="mod modGraphic">
          <ac:chgData name="Nathan Saldanha" userId="1a8e11d681821b69" providerId="LiveId" clId="{DD1AE910-D254-47AF-A879-2E25B4632160}" dt="2025-12-03T00:38:20.895" v="16" actId="26606"/>
          <ac:graphicFrameMkLst>
            <pc:docMk/>
            <pc:sldMk cId="0" sldId="258"/>
            <ac:graphicFrameMk id="5" creationId="{B5C81537-A7FC-093D-205D-420DEEB10479}"/>
          </ac:graphicFrameMkLst>
        </pc:graphicFrameChg>
        <pc:cxnChg chg="del">
          <ac:chgData name="Nathan Saldanha" userId="1a8e11d681821b69" providerId="LiveId" clId="{DD1AE910-D254-47AF-A879-2E25B4632160}" dt="2025-12-03T00:36:50.301" v="5" actId="26606"/>
          <ac:cxnSpMkLst>
            <pc:docMk/>
            <pc:sldMk cId="0" sldId="258"/>
            <ac:cxnSpMk id="11" creationId="{C8F51B3F-8331-4E4A-AE96-D47B1006EEAD}"/>
          </ac:cxnSpMkLst>
        </pc:cxnChg>
      </pc:sldChg>
      <pc:sldChg chg="addSp delSp modSp new mod setBg">
        <pc:chgData name="Nathan Saldanha" userId="1a8e11d681821b69" providerId="LiveId" clId="{DD1AE910-D254-47AF-A879-2E25B4632160}" dt="2025-12-03T00:53:10.406" v="44" actId="26606"/>
        <pc:sldMkLst>
          <pc:docMk/>
          <pc:sldMk cId="3738461331" sldId="265"/>
        </pc:sldMkLst>
        <pc:spChg chg="mod">
          <ac:chgData name="Nathan Saldanha" userId="1a8e11d681821b69" providerId="LiveId" clId="{DD1AE910-D254-47AF-A879-2E25B4632160}" dt="2025-12-03T00:53:10.406" v="44" actId="26606"/>
          <ac:spMkLst>
            <pc:docMk/>
            <pc:sldMk cId="3738461331" sldId="265"/>
            <ac:spMk id="2" creationId="{EA0B791E-92E6-B31C-38E1-B0B8E65C01CB}"/>
          </ac:spMkLst>
        </pc:spChg>
        <pc:spChg chg="del">
          <ac:chgData name="Nathan Saldanha" userId="1a8e11d681821b69" providerId="LiveId" clId="{DD1AE910-D254-47AF-A879-2E25B4632160}" dt="2025-12-03T00:51:38.026" v="34" actId="931"/>
          <ac:spMkLst>
            <pc:docMk/>
            <pc:sldMk cId="3738461331" sldId="265"/>
            <ac:spMk id="3" creationId="{810F5F09-7563-E9DF-ADD5-D50AC894AA61}"/>
          </ac:spMkLst>
        </pc:spChg>
        <pc:spChg chg="add del">
          <ac:chgData name="Nathan Saldanha" userId="1a8e11d681821b69" providerId="LiveId" clId="{DD1AE910-D254-47AF-A879-2E25B4632160}" dt="2025-12-03T00:52:07.017" v="38" actId="26606"/>
          <ac:spMkLst>
            <pc:docMk/>
            <pc:sldMk cId="3738461331" sldId="265"/>
            <ac:spMk id="9" creationId="{7571658A-31C8-0E40-5A36-DEC8271DEBA0}"/>
          </ac:spMkLst>
        </pc:spChg>
        <pc:spChg chg="add del">
          <ac:chgData name="Nathan Saldanha" userId="1a8e11d681821b69" providerId="LiveId" clId="{DD1AE910-D254-47AF-A879-2E25B4632160}" dt="2025-12-03T00:52:07.017" v="38" actId="26606"/>
          <ac:spMkLst>
            <pc:docMk/>
            <pc:sldMk cId="3738461331" sldId="265"/>
            <ac:spMk id="12" creationId="{327D73B4-9F5C-4A64-A179-51B9500CB8B5}"/>
          </ac:spMkLst>
        </pc:spChg>
        <pc:spChg chg="add del">
          <ac:chgData name="Nathan Saldanha" userId="1a8e11d681821b69" providerId="LiveId" clId="{DD1AE910-D254-47AF-A879-2E25B4632160}" dt="2025-12-03T00:52:07.017" v="38" actId="26606"/>
          <ac:spMkLst>
            <pc:docMk/>
            <pc:sldMk cId="3738461331" sldId="265"/>
            <ac:spMk id="14" creationId="{C1F06963-6374-4B48-844F-071A9BAAAE02}"/>
          </ac:spMkLst>
        </pc:spChg>
        <pc:spChg chg="add del">
          <ac:chgData name="Nathan Saldanha" userId="1a8e11d681821b69" providerId="LiveId" clId="{DD1AE910-D254-47AF-A879-2E25B4632160}" dt="2025-12-03T00:52:07.017" v="38" actId="26606"/>
          <ac:spMkLst>
            <pc:docMk/>
            <pc:sldMk cId="3738461331" sldId="265"/>
            <ac:spMk id="20" creationId="{E3020543-B24B-4EC4-8FFC-8DD88EEA91A8}"/>
          </ac:spMkLst>
        </pc:spChg>
        <pc:spChg chg="add del">
          <ac:chgData name="Nathan Saldanha" userId="1a8e11d681821b69" providerId="LiveId" clId="{DD1AE910-D254-47AF-A879-2E25B4632160}" dt="2025-12-03T00:53:10.406" v="44" actId="26606"/>
          <ac:spMkLst>
            <pc:docMk/>
            <pc:sldMk cId="3738461331" sldId="265"/>
            <ac:spMk id="24" creationId="{A2679492-7988-4050-9056-542444452411}"/>
          </ac:spMkLst>
        </pc:spChg>
        <pc:spChg chg="add del">
          <ac:chgData name="Nathan Saldanha" userId="1a8e11d681821b69" providerId="LiveId" clId="{DD1AE910-D254-47AF-A879-2E25B4632160}" dt="2025-12-03T00:53:10.406" v="44" actId="26606"/>
          <ac:spMkLst>
            <pc:docMk/>
            <pc:sldMk cId="3738461331" sldId="265"/>
            <ac:spMk id="25" creationId="{B091B163-7D61-4891-ABCF-5C13D9C418D0}"/>
          </ac:spMkLst>
        </pc:spChg>
        <pc:spChg chg="add mod">
          <ac:chgData name="Nathan Saldanha" userId="1a8e11d681821b69" providerId="LiveId" clId="{DD1AE910-D254-47AF-A879-2E25B4632160}" dt="2025-12-03T00:53:10.406" v="43" actId="26606"/>
          <ac:spMkLst>
            <pc:docMk/>
            <pc:sldMk cId="3738461331" sldId="265"/>
            <ac:spMk id="26" creationId="{96F3BD61-65DD-C818-7FC1-370F962372A9}"/>
          </ac:spMkLst>
        </pc:spChg>
        <pc:spChg chg="add del">
          <ac:chgData name="Nathan Saldanha" userId="1a8e11d681821b69" providerId="LiveId" clId="{DD1AE910-D254-47AF-A879-2E25B4632160}" dt="2025-12-03T00:53:10.406" v="43" actId="26606"/>
          <ac:spMkLst>
            <pc:docMk/>
            <pc:sldMk cId="3738461331" sldId="265"/>
            <ac:spMk id="32" creationId="{327D73B4-9F5C-4A64-A179-51B9500CB8B5}"/>
          </ac:spMkLst>
        </pc:spChg>
        <pc:spChg chg="add del">
          <ac:chgData name="Nathan Saldanha" userId="1a8e11d681821b69" providerId="LiveId" clId="{DD1AE910-D254-47AF-A879-2E25B4632160}" dt="2025-12-03T00:53:10.406" v="43" actId="26606"/>
          <ac:spMkLst>
            <pc:docMk/>
            <pc:sldMk cId="3738461331" sldId="265"/>
            <ac:spMk id="34" creationId="{C1F06963-6374-4B48-844F-071A9BAAAE02}"/>
          </ac:spMkLst>
        </pc:spChg>
        <pc:spChg chg="add del">
          <ac:chgData name="Nathan Saldanha" userId="1a8e11d681821b69" providerId="LiveId" clId="{DD1AE910-D254-47AF-A879-2E25B4632160}" dt="2025-12-03T00:53:10.406" v="43" actId="26606"/>
          <ac:spMkLst>
            <pc:docMk/>
            <pc:sldMk cId="3738461331" sldId="265"/>
            <ac:spMk id="36" creationId="{6CB927A4-E432-4310-9CD5-E89FF5063179}"/>
          </ac:spMkLst>
        </pc:spChg>
        <pc:spChg chg="add del">
          <ac:chgData name="Nathan Saldanha" userId="1a8e11d681821b69" providerId="LiveId" clId="{DD1AE910-D254-47AF-A879-2E25B4632160}" dt="2025-12-03T00:53:10.406" v="43" actId="26606"/>
          <ac:spMkLst>
            <pc:docMk/>
            <pc:sldMk cId="3738461331" sldId="265"/>
            <ac:spMk id="38" creationId="{1453BF6C-B012-48B7-B4E8-6D7AC7C27D02}"/>
          </ac:spMkLst>
        </pc:spChg>
        <pc:spChg chg="add del">
          <ac:chgData name="Nathan Saldanha" userId="1a8e11d681821b69" providerId="LiveId" clId="{DD1AE910-D254-47AF-A879-2E25B4632160}" dt="2025-12-03T00:53:10.406" v="43" actId="26606"/>
          <ac:spMkLst>
            <pc:docMk/>
            <pc:sldMk cId="3738461331" sldId="265"/>
            <ac:spMk id="40" creationId="{E3020543-B24B-4EC4-8FFC-8DD88EEA91A8}"/>
          </ac:spMkLst>
        </pc:spChg>
        <pc:spChg chg="add">
          <ac:chgData name="Nathan Saldanha" userId="1a8e11d681821b69" providerId="LiveId" clId="{DD1AE910-D254-47AF-A879-2E25B4632160}" dt="2025-12-03T00:53:10.406" v="44" actId="26606"/>
          <ac:spMkLst>
            <pc:docMk/>
            <pc:sldMk cId="3738461331" sldId="265"/>
            <ac:spMk id="44" creationId="{A2679492-7988-4050-9056-542444452411}"/>
          </ac:spMkLst>
        </pc:spChg>
        <pc:spChg chg="add">
          <ac:chgData name="Nathan Saldanha" userId="1a8e11d681821b69" providerId="LiveId" clId="{DD1AE910-D254-47AF-A879-2E25B4632160}" dt="2025-12-03T00:53:10.406" v="44" actId="26606"/>
          <ac:spMkLst>
            <pc:docMk/>
            <pc:sldMk cId="3738461331" sldId="265"/>
            <ac:spMk id="45" creationId="{B091B163-7D61-4891-ABCF-5C13D9C418D0}"/>
          </ac:spMkLst>
        </pc:spChg>
        <pc:grpChg chg="add del">
          <ac:chgData name="Nathan Saldanha" userId="1a8e11d681821b69" providerId="LiveId" clId="{DD1AE910-D254-47AF-A879-2E25B4632160}" dt="2025-12-03T00:52:07.017" v="38" actId="26606"/>
          <ac:grpSpMkLst>
            <pc:docMk/>
            <pc:sldMk cId="3738461331" sldId="265"/>
            <ac:grpSpMk id="16" creationId="{5614C7C0-FA1D-4105-8345-1DF76F9870A8}"/>
          </ac:grpSpMkLst>
        </pc:grpChg>
        <pc:picChg chg="add mod">
          <ac:chgData name="Nathan Saldanha" userId="1a8e11d681821b69" providerId="LiveId" clId="{DD1AE910-D254-47AF-A879-2E25B4632160}" dt="2025-12-03T00:53:10.406" v="43" actId="26606"/>
          <ac:picMkLst>
            <pc:docMk/>
            <pc:sldMk cId="3738461331" sldId="265"/>
            <ac:picMk id="5" creationId="{FC6B6865-DC52-B4C4-70EF-40CF7345815D}"/>
          </ac:picMkLst>
        </pc:picChg>
        <pc:cxnChg chg="add del">
          <ac:chgData name="Nathan Saldanha" userId="1a8e11d681821b69" providerId="LiveId" clId="{DD1AE910-D254-47AF-A879-2E25B4632160}" dt="2025-12-03T00:52:07.017" v="38" actId="26606"/>
          <ac:cxnSpMkLst>
            <pc:docMk/>
            <pc:sldMk cId="3738461331" sldId="265"/>
            <ac:cxnSpMk id="22" creationId="{C49DA8F6-BCC1-4447-B54C-57856834B94B}"/>
          </ac:cxnSpMkLst>
        </pc:cxnChg>
        <pc:cxnChg chg="add del">
          <ac:chgData name="Nathan Saldanha" userId="1a8e11d681821b69" providerId="LiveId" clId="{DD1AE910-D254-47AF-A879-2E25B4632160}" dt="2025-12-03T00:53:10.406" v="44" actId="26606"/>
          <ac:cxnSpMkLst>
            <pc:docMk/>
            <pc:sldMk cId="3738461331" sldId="265"/>
            <ac:cxnSpMk id="27" creationId="{C49DA8F6-BCC1-4447-B54C-57856834B94B}"/>
          </ac:cxnSpMkLst>
        </pc:cxnChg>
        <pc:cxnChg chg="add">
          <ac:chgData name="Nathan Saldanha" userId="1a8e11d681821b69" providerId="LiveId" clId="{DD1AE910-D254-47AF-A879-2E25B4632160}" dt="2025-12-03T00:53:10.406" v="44" actId="26606"/>
          <ac:cxnSpMkLst>
            <pc:docMk/>
            <pc:sldMk cId="3738461331" sldId="265"/>
            <ac:cxnSpMk id="46" creationId="{C49DA8F6-BCC1-4447-B54C-57856834B94B}"/>
          </ac:cxnSpMkLst>
        </pc:cxnChg>
      </pc:sldChg>
    </pc:docChg>
  </pc:docChgLst>
</pc:chgInfo>
</file>

<file path=ppt/diagrams/_rels/data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4" Type="http://schemas.openxmlformats.org/officeDocument/2006/relationships/image" Target="../media/image5.svg"/></Relationships>
</file>

<file path=ppt/diagrams/_rels/drawing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4" Type="http://schemas.openxmlformats.org/officeDocument/2006/relationships/image" Target="../media/image5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0A4F8E0B-B905-4019-B184-A7250E482426}" type="doc">
      <dgm:prSet loTypeId="urn:microsoft.com/office/officeart/2008/layout/LinedList" loCatId="list" qsTypeId="urn:microsoft.com/office/officeart/2005/8/quickstyle/simple1" qsCatId="simple" csTypeId="urn:microsoft.com/office/officeart/2005/8/colors/accent2_2" csCatId="accent2" phldr="1"/>
      <dgm:spPr/>
      <dgm:t>
        <a:bodyPr/>
        <a:lstStyle/>
        <a:p>
          <a:endParaRPr lang="en-US"/>
        </a:p>
      </dgm:t>
    </dgm:pt>
    <dgm:pt modelId="{71A30C27-28A6-415F-B1FB-67136813632E}">
      <dgm:prSet/>
      <dgm:spPr/>
      <dgm:t>
        <a:bodyPr/>
        <a:lstStyle/>
        <a:p>
          <a:r>
            <a:rPr lang="en-US" dirty="0"/>
            <a:t>Sistema para </a:t>
          </a:r>
          <a:r>
            <a:rPr lang="en-US" dirty="0" err="1"/>
            <a:t>Monitoramento</a:t>
          </a:r>
          <a:r>
            <a:rPr lang="en-US" dirty="0"/>
            <a:t> de </a:t>
          </a:r>
          <a:r>
            <a:rPr lang="en-US" dirty="0" err="1"/>
            <a:t>Presença</a:t>
          </a:r>
          <a:r>
            <a:rPr lang="en-US" dirty="0"/>
            <a:t> e Gases </a:t>
          </a:r>
          <a:r>
            <a:rPr lang="en-US" dirty="0" err="1"/>
            <a:t>Tóxicos</a:t>
          </a:r>
          <a:r>
            <a:rPr lang="en-US" dirty="0"/>
            <a:t>/</a:t>
          </a:r>
          <a:r>
            <a:rPr lang="en-US" dirty="0" err="1"/>
            <a:t>Inflamáveis</a:t>
          </a:r>
          <a:r>
            <a:rPr lang="pt-BR" dirty="0"/>
            <a:t> – Safe Track</a:t>
          </a:r>
          <a:endParaRPr lang="en-US" dirty="0"/>
        </a:p>
      </dgm:t>
    </dgm:pt>
    <dgm:pt modelId="{15E6A15F-DD26-4BCA-B071-AF700CC8A048}" type="parTrans" cxnId="{C9DC97B8-575C-425D-AB79-977A7C80BAD1}">
      <dgm:prSet/>
      <dgm:spPr/>
      <dgm:t>
        <a:bodyPr/>
        <a:lstStyle/>
        <a:p>
          <a:endParaRPr lang="en-US"/>
        </a:p>
      </dgm:t>
    </dgm:pt>
    <dgm:pt modelId="{3300C23B-EA3C-405E-AFB5-6777B7B7FFC0}" type="sibTrans" cxnId="{C9DC97B8-575C-425D-AB79-977A7C80BAD1}">
      <dgm:prSet/>
      <dgm:spPr/>
      <dgm:t>
        <a:bodyPr/>
        <a:lstStyle/>
        <a:p>
          <a:endParaRPr lang="en-US"/>
        </a:p>
      </dgm:t>
    </dgm:pt>
    <dgm:pt modelId="{4A335050-BA1C-475F-BED2-0BA38A0A163A}">
      <dgm:prSet/>
      <dgm:spPr/>
      <dgm:t>
        <a:bodyPr/>
        <a:lstStyle/>
        <a:p>
          <a:r>
            <a:rPr lang="en-US"/>
            <a:t>Versão: 1.0</a:t>
          </a:r>
        </a:p>
      </dgm:t>
    </dgm:pt>
    <dgm:pt modelId="{33D21B3A-DCD8-480C-8A7F-8ACA519A8092}" type="parTrans" cxnId="{4644028B-0027-4BB5-9187-7FE1670C2C8F}">
      <dgm:prSet/>
      <dgm:spPr/>
      <dgm:t>
        <a:bodyPr/>
        <a:lstStyle/>
        <a:p>
          <a:endParaRPr lang="en-US"/>
        </a:p>
      </dgm:t>
    </dgm:pt>
    <dgm:pt modelId="{93901FE4-CFAF-4357-82A9-F90C8B97E928}" type="sibTrans" cxnId="{4644028B-0027-4BB5-9187-7FE1670C2C8F}">
      <dgm:prSet/>
      <dgm:spPr/>
      <dgm:t>
        <a:bodyPr/>
        <a:lstStyle/>
        <a:p>
          <a:endParaRPr lang="en-US"/>
        </a:p>
      </dgm:t>
    </dgm:pt>
    <dgm:pt modelId="{A83B6CF2-2BBC-4A48-9CED-B9C7DEF3EB21}">
      <dgm:prSet/>
      <dgm:spPr/>
      <dgm:t>
        <a:bodyPr/>
        <a:lstStyle/>
        <a:p>
          <a:r>
            <a:rPr lang="en-US"/>
            <a:t>Data: </a:t>
          </a:r>
          <a:r>
            <a:rPr lang="pt-BR"/>
            <a:t>10</a:t>
          </a:r>
          <a:r>
            <a:rPr lang="en-US"/>
            <a:t>/</a:t>
          </a:r>
          <a:r>
            <a:rPr lang="pt-BR"/>
            <a:t>12</a:t>
          </a:r>
          <a:r>
            <a:rPr lang="en-US"/>
            <a:t>/2025</a:t>
          </a:r>
        </a:p>
      </dgm:t>
    </dgm:pt>
    <dgm:pt modelId="{8B618A73-4FD0-4ABC-9D82-5BFF1180174A}" type="parTrans" cxnId="{6098E9E6-0CBE-45FE-9199-112A33051B0F}">
      <dgm:prSet/>
      <dgm:spPr/>
      <dgm:t>
        <a:bodyPr/>
        <a:lstStyle/>
        <a:p>
          <a:endParaRPr lang="en-US"/>
        </a:p>
      </dgm:t>
    </dgm:pt>
    <dgm:pt modelId="{EC73D671-9F01-4EED-85CA-EDA48984EFCD}" type="sibTrans" cxnId="{6098E9E6-0CBE-45FE-9199-112A33051B0F}">
      <dgm:prSet/>
      <dgm:spPr/>
      <dgm:t>
        <a:bodyPr/>
        <a:lstStyle/>
        <a:p>
          <a:endParaRPr lang="en-US"/>
        </a:p>
      </dgm:t>
    </dgm:pt>
    <dgm:pt modelId="{1627F77A-957E-4963-8E8D-BF13D10CFF66}" type="pres">
      <dgm:prSet presAssocID="{0A4F8E0B-B905-4019-B184-A7250E482426}" presName="vert0" presStyleCnt="0">
        <dgm:presLayoutVars>
          <dgm:dir/>
          <dgm:animOne val="branch"/>
          <dgm:animLvl val="lvl"/>
        </dgm:presLayoutVars>
      </dgm:prSet>
      <dgm:spPr/>
    </dgm:pt>
    <dgm:pt modelId="{8C0ABC05-9A6C-4CFC-AA80-4705ADCA5B17}" type="pres">
      <dgm:prSet presAssocID="{71A30C27-28A6-415F-B1FB-67136813632E}" presName="thickLine" presStyleLbl="alignNode1" presStyleIdx="0" presStyleCnt="3"/>
      <dgm:spPr/>
    </dgm:pt>
    <dgm:pt modelId="{3DB873FD-EA40-49C3-BBCA-06313DB8F4E6}" type="pres">
      <dgm:prSet presAssocID="{71A30C27-28A6-415F-B1FB-67136813632E}" presName="horz1" presStyleCnt="0"/>
      <dgm:spPr/>
    </dgm:pt>
    <dgm:pt modelId="{BD11850E-33CB-44AB-A474-3F2570AADA8E}" type="pres">
      <dgm:prSet presAssocID="{71A30C27-28A6-415F-B1FB-67136813632E}" presName="tx1" presStyleLbl="revTx" presStyleIdx="0" presStyleCnt="3"/>
      <dgm:spPr/>
    </dgm:pt>
    <dgm:pt modelId="{D6279FC9-2A97-4947-9C47-16716ACE2842}" type="pres">
      <dgm:prSet presAssocID="{71A30C27-28A6-415F-B1FB-67136813632E}" presName="vert1" presStyleCnt="0"/>
      <dgm:spPr/>
    </dgm:pt>
    <dgm:pt modelId="{C359EDBC-6682-4709-A3DC-F78F98C3684A}" type="pres">
      <dgm:prSet presAssocID="{4A335050-BA1C-475F-BED2-0BA38A0A163A}" presName="thickLine" presStyleLbl="alignNode1" presStyleIdx="1" presStyleCnt="3"/>
      <dgm:spPr/>
    </dgm:pt>
    <dgm:pt modelId="{E1D699BE-7C3B-434E-A83F-FA348F20FE1C}" type="pres">
      <dgm:prSet presAssocID="{4A335050-BA1C-475F-BED2-0BA38A0A163A}" presName="horz1" presStyleCnt="0"/>
      <dgm:spPr/>
    </dgm:pt>
    <dgm:pt modelId="{81E78DD5-DAB6-46E6-BA05-1E1AAB700FF8}" type="pres">
      <dgm:prSet presAssocID="{4A335050-BA1C-475F-BED2-0BA38A0A163A}" presName="tx1" presStyleLbl="revTx" presStyleIdx="1" presStyleCnt="3"/>
      <dgm:spPr/>
    </dgm:pt>
    <dgm:pt modelId="{871ACED3-CD39-4EA8-9DB9-5F9228CED1F9}" type="pres">
      <dgm:prSet presAssocID="{4A335050-BA1C-475F-BED2-0BA38A0A163A}" presName="vert1" presStyleCnt="0"/>
      <dgm:spPr/>
    </dgm:pt>
    <dgm:pt modelId="{14F625C6-EA7C-49EC-A1FC-B92896B78046}" type="pres">
      <dgm:prSet presAssocID="{A83B6CF2-2BBC-4A48-9CED-B9C7DEF3EB21}" presName="thickLine" presStyleLbl="alignNode1" presStyleIdx="2" presStyleCnt="3"/>
      <dgm:spPr/>
    </dgm:pt>
    <dgm:pt modelId="{C789AA31-7126-4353-84BA-1FFF6E9F88C3}" type="pres">
      <dgm:prSet presAssocID="{A83B6CF2-2BBC-4A48-9CED-B9C7DEF3EB21}" presName="horz1" presStyleCnt="0"/>
      <dgm:spPr/>
    </dgm:pt>
    <dgm:pt modelId="{7615E398-1DD4-4C2D-89BE-1CABDDB5971D}" type="pres">
      <dgm:prSet presAssocID="{A83B6CF2-2BBC-4A48-9CED-B9C7DEF3EB21}" presName="tx1" presStyleLbl="revTx" presStyleIdx="2" presStyleCnt="3"/>
      <dgm:spPr/>
    </dgm:pt>
    <dgm:pt modelId="{A036CAF8-150D-4326-A136-45129E4928C9}" type="pres">
      <dgm:prSet presAssocID="{A83B6CF2-2BBC-4A48-9CED-B9C7DEF3EB21}" presName="vert1" presStyleCnt="0"/>
      <dgm:spPr/>
    </dgm:pt>
  </dgm:ptLst>
  <dgm:cxnLst>
    <dgm:cxn modelId="{89074C71-9FCB-4881-8ABC-6CAF4DA8F102}" type="presOf" srcId="{0A4F8E0B-B905-4019-B184-A7250E482426}" destId="{1627F77A-957E-4963-8E8D-BF13D10CFF66}" srcOrd="0" destOrd="0" presId="urn:microsoft.com/office/officeart/2008/layout/LinedList"/>
    <dgm:cxn modelId="{4644028B-0027-4BB5-9187-7FE1670C2C8F}" srcId="{0A4F8E0B-B905-4019-B184-A7250E482426}" destId="{4A335050-BA1C-475F-BED2-0BA38A0A163A}" srcOrd="1" destOrd="0" parTransId="{33D21B3A-DCD8-480C-8A7F-8ACA519A8092}" sibTransId="{93901FE4-CFAF-4357-82A9-F90C8B97E928}"/>
    <dgm:cxn modelId="{F62B128E-1CD4-49B2-9CA9-659DC6B04E9E}" type="presOf" srcId="{A83B6CF2-2BBC-4A48-9CED-B9C7DEF3EB21}" destId="{7615E398-1DD4-4C2D-89BE-1CABDDB5971D}" srcOrd="0" destOrd="0" presId="urn:microsoft.com/office/officeart/2008/layout/LinedList"/>
    <dgm:cxn modelId="{8CB9A891-0E92-43E9-A942-1ACC33987818}" type="presOf" srcId="{4A335050-BA1C-475F-BED2-0BA38A0A163A}" destId="{81E78DD5-DAB6-46E6-BA05-1E1AAB700FF8}" srcOrd="0" destOrd="0" presId="urn:microsoft.com/office/officeart/2008/layout/LinedList"/>
    <dgm:cxn modelId="{C9DC97B8-575C-425D-AB79-977A7C80BAD1}" srcId="{0A4F8E0B-B905-4019-B184-A7250E482426}" destId="{71A30C27-28A6-415F-B1FB-67136813632E}" srcOrd="0" destOrd="0" parTransId="{15E6A15F-DD26-4BCA-B071-AF700CC8A048}" sibTransId="{3300C23B-EA3C-405E-AFB5-6777B7B7FFC0}"/>
    <dgm:cxn modelId="{6098E9E6-0CBE-45FE-9199-112A33051B0F}" srcId="{0A4F8E0B-B905-4019-B184-A7250E482426}" destId="{A83B6CF2-2BBC-4A48-9CED-B9C7DEF3EB21}" srcOrd="2" destOrd="0" parTransId="{8B618A73-4FD0-4ABC-9D82-5BFF1180174A}" sibTransId="{EC73D671-9F01-4EED-85CA-EDA48984EFCD}"/>
    <dgm:cxn modelId="{C0EE54FD-6FAC-4FE8-B2E5-1E7BDB6A6C8F}" type="presOf" srcId="{71A30C27-28A6-415F-B1FB-67136813632E}" destId="{BD11850E-33CB-44AB-A474-3F2570AADA8E}" srcOrd="0" destOrd="0" presId="urn:microsoft.com/office/officeart/2008/layout/LinedList"/>
    <dgm:cxn modelId="{846A6CDE-D978-4CE6-A2FD-FD7A72C43A56}" type="presParOf" srcId="{1627F77A-957E-4963-8E8D-BF13D10CFF66}" destId="{8C0ABC05-9A6C-4CFC-AA80-4705ADCA5B17}" srcOrd="0" destOrd="0" presId="urn:microsoft.com/office/officeart/2008/layout/LinedList"/>
    <dgm:cxn modelId="{2ACC5E0C-D570-49C4-BA62-8B172225A68D}" type="presParOf" srcId="{1627F77A-957E-4963-8E8D-BF13D10CFF66}" destId="{3DB873FD-EA40-49C3-BBCA-06313DB8F4E6}" srcOrd="1" destOrd="0" presId="urn:microsoft.com/office/officeart/2008/layout/LinedList"/>
    <dgm:cxn modelId="{CA350784-E0A8-4BDA-BD7A-B2F74ECCBBDE}" type="presParOf" srcId="{3DB873FD-EA40-49C3-BBCA-06313DB8F4E6}" destId="{BD11850E-33CB-44AB-A474-3F2570AADA8E}" srcOrd="0" destOrd="0" presId="urn:microsoft.com/office/officeart/2008/layout/LinedList"/>
    <dgm:cxn modelId="{81C5EC60-F580-4D64-91EF-9CD7BE3D0077}" type="presParOf" srcId="{3DB873FD-EA40-49C3-BBCA-06313DB8F4E6}" destId="{D6279FC9-2A97-4947-9C47-16716ACE2842}" srcOrd="1" destOrd="0" presId="urn:microsoft.com/office/officeart/2008/layout/LinedList"/>
    <dgm:cxn modelId="{77148941-309C-40A4-90EB-3C48DA49CAAC}" type="presParOf" srcId="{1627F77A-957E-4963-8E8D-BF13D10CFF66}" destId="{C359EDBC-6682-4709-A3DC-F78F98C3684A}" srcOrd="2" destOrd="0" presId="urn:microsoft.com/office/officeart/2008/layout/LinedList"/>
    <dgm:cxn modelId="{BABEA9EA-C9BA-4639-87BE-A11EFACCF867}" type="presParOf" srcId="{1627F77A-957E-4963-8E8D-BF13D10CFF66}" destId="{E1D699BE-7C3B-434E-A83F-FA348F20FE1C}" srcOrd="3" destOrd="0" presId="urn:microsoft.com/office/officeart/2008/layout/LinedList"/>
    <dgm:cxn modelId="{2448E339-00BF-48BA-A48E-C89EDF22402A}" type="presParOf" srcId="{E1D699BE-7C3B-434E-A83F-FA348F20FE1C}" destId="{81E78DD5-DAB6-46E6-BA05-1E1AAB700FF8}" srcOrd="0" destOrd="0" presId="urn:microsoft.com/office/officeart/2008/layout/LinedList"/>
    <dgm:cxn modelId="{0D63E8D5-B745-416F-BD55-D3D00FF1EAE2}" type="presParOf" srcId="{E1D699BE-7C3B-434E-A83F-FA348F20FE1C}" destId="{871ACED3-CD39-4EA8-9DB9-5F9228CED1F9}" srcOrd="1" destOrd="0" presId="urn:microsoft.com/office/officeart/2008/layout/LinedList"/>
    <dgm:cxn modelId="{08B640E3-04B2-43B8-A0BF-D7FC8D2788DF}" type="presParOf" srcId="{1627F77A-957E-4963-8E8D-BF13D10CFF66}" destId="{14F625C6-EA7C-49EC-A1FC-B92896B78046}" srcOrd="4" destOrd="0" presId="urn:microsoft.com/office/officeart/2008/layout/LinedList"/>
    <dgm:cxn modelId="{8D113926-12F3-43B8-8AC1-A7C3A9917672}" type="presParOf" srcId="{1627F77A-957E-4963-8E8D-BF13D10CFF66}" destId="{C789AA31-7126-4353-84BA-1FFF6E9F88C3}" srcOrd="5" destOrd="0" presId="urn:microsoft.com/office/officeart/2008/layout/LinedList"/>
    <dgm:cxn modelId="{7C94ED82-C803-4B20-9742-7ECB76010ADA}" type="presParOf" srcId="{C789AA31-7126-4353-84BA-1FFF6E9F88C3}" destId="{7615E398-1DD4-4C2D-89BE-1CABDDB5971D}" srcOrd="0" destOrd="0" presId="urn:microsoft.com/office/officeart/2008/layout/LinedList"/>
    <dgm:cxn modelId="{8C940663-70C1-4B73-899B-D98D46E77350}" type="presParOf" srcId="{C789AA31-7126-4353-84BA-1FFF6E9F88C3}" destId="{A036CAF8-150D-4326-A136-45129E4928C9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E4653D4C-77F2-4766-82A0-16105EFCDE0F}" type="doc">
      <dgm:prSet loTypeId="urn:microsoft.com/office/officeart/2005/8/layout/vList2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25297789-FECA-44C8-9FDA-ACE69E0164F4}">
      <dgm:prSet/>
      <dgm:spPr/>
      <dgm:t>
        <a:bodyPr/>
        <a:lstStyle/>
        <a:p>
          <a:r>
            <a:rPr lang="en-US"/>
            <a:t>- Monitorar presença humana</a:t>
          </a:r>
        </a:p>
      </dgm:t>
    </dgm:pt>
    <dgm:pt modelId="{5CB7B5A7-A37D-4526-9BCF-7744E005B736}" type="parTrans" cxnId="{4435267A-07A4-4CD2-B299-B89A4E3EF4E4}">
      <dgm:prSet/>
      <dgm:spPr/>
      <dgm:t>
        <a:bodyPr/>
        <a:lstStyle/>
        <a:p>
          <a:endParaRPr lang="en-US"/>
        </a:p>
      </dgm:t>
    </dgm:pt>
    <dgm:pt modelId="{A6D50D73-6EE8-4074-B1C1-DAF083D063FE}" type="sibTrans" cxnId="{4435267A-07A4-4CD2-B299-B89A4E3EF4E4}">
      <dgm:prSet/>
      <dgm:spPr/>
      <dgm:t>
        <a:bodyPr/>
        <a:lstStyle/>
        <a:p>
          <a:endParaRPr lang="en-US"/>
        </a:p>
      </dgm:t>
    </dgm:pt>
    <dgm:pt modelId="{6F3CCEB4-4AB8-4B93-895A-93C5DE54CC90}">
      <dgm:prSet/>
      <dgm:spPr/>
      <dgm:t>
        <a:bodyPr/>
        <a:lstStyle/>
        <a:p>
          <a:r>
            <a:rPr lang="en-US"/>
            <a:t>- Detectar gases tóxicos/inflamáveis</a:t>
          </a:r>
        </a:p>
      </dgm:t>
    </dgm:pt>
    <dgm:pt modelId="{64A3E8EE-4858-4764-93E7-A07ABCA974A6}" type="parTrans" cxnId="{AC2600CE-A510-4406-BE8A-7C5154049ABA}">
      <dgm:prSet/>
      <dgm:spPr/>
      <dgm:t>
        <a:bodyPr/>
        <a:lstStyle/>
        <a:p>
          <a:endParaRPr lang="en-US"/>
        </a:p>
      </dgm:t>
    </dgm:pt>
    <dgm:pt modelId="{72276755-8F40-4AC0-A1E9-C830C17C069D}" type="sibTrans" cxnId="{AC2600CE-A510-4406-BE8A-7C5154049ABA}">
      <dgm:prSet/>
      <dgm:spPr/>
      <dgm:t>
        <a:bodyPr/>
        <a:lstStyle/>
        <a:p>
          <a:endParaRPr lang="en-US"/>
        </a:p>
      </dgm:t>
    </dgm:pt>
    <dgm:pt modelId="{D9D4D19E-55BD-4D73-B1DB-A969F8090226}">
      <dgm:prSet/>
      <dgm:spPr/>
      <dgm:t>
        <a:bodyPr/>
        <a:lstStyle/>
        <a:p>
          <a:r>
            <a:rPr lang="en-US"/>
            <a:t>- Enviar dados para plataforma IoT</a:t>
          </a:r>
        </a:p>
      </dgm:t>
    </dgm:pt>
    <dgm:pt modelId="{4B8DCAD5-6AD3-43C5-B08C-CEBF60CE1026}" type="parTrans" cxnId="{16A7DC85-6271-469F-A4AD-0DF3A0CF8D2A}">
      <dgm:prSet/>
      <dgm:spPr/>
      <dgm:t>
        <a:bodyPr/>
        <a:lstStyle/>
        <a:p>
          <a:endParaRPr lang="en-US"/>
        </a:p>
      </dgm:t>
    </dgm:pt>
    <dgm:pt modelId="{3163CB57-2035-453A-A940-23E3EE40953E}" type="sibTrans" cxnId="{16A7DC85-6271-469F-A4AD-0DF3A0CF8D2A}">
      <dgm:prSet/>
      <dgm:spPr/>
      <dgm:t>
        <a:bodyPr/>
        <a:lstStyle/>
        <a:p>
          <a:endParaRPr lang="en-US"/>
        </a:p>
      </dgm:t>
    </dgm:pt>
    <dgm:pt modelId="{BC410D66-036F-46D4-A2DB-FA1D4AE223BD}">
      <dgm:prSet/>
      <dgm:spPr/>
      <dgm:t>
        <a:bodyPr/>
        <a:lstStyle/>
        <a:p>
          <a:r>
            <a:rPr lang="en-US"/>
            <a:t>- Registrar histórico</a:t>
          </a:r>
        </a:p>
      </dgm:t>
    </dgm:pt>
    <dgm:pt modelId="{7DACB7A1-30D9-4E6F-B330-D6EE8EACE551}" type="parTrans" cxnId="{01F6FD17-C061-47E4-AA2D-7B06A84B10AE}">
      <dgm:prSet/>
      <dgm:spPr/>
      <dgm:t>
        <a:bodyPr/>
        <a:lstStyle/>
        <a:p>
          <a:endParaRPr lang="en-US"/>
        </a:p>
      </dgm:t>
    </dgm:pt>
    <dgm:pt modelId="{5A32B9ED-9392-4437-841E-1304040CC0ED}" type="sibTrans" cxnId="{01F6FD17-C061-47E4-AA2D-7B06A84B10AE}">
      <dgm:prSet/>
      <dgm:spPr/>
      <dgm:t>
        <a:bodyPr/>
        <a:lstStyle/>
        <a:p>
          <a:endParaRPr lang="en-US"/>
        </a:p>
      </dgm:t>
    </dgm:pt>
    <dgm:pt modelId="{A0538FA9-7AEC-428A-A882-93B3F38AC5C8}">
      <dgm:prSet/>
      <dgm:spPr/>
      <dgm:t>
        <a:bodyPr/>
        <a:lstStyle/>
        <a:p>
          <a:r>
            <a:rPr lang="en-US"/>
            <a:t>- Emitir alertas sonoro/visual</a:t>
          </a:r>
        </a:p>
      </dgm:t>
    </dgm:pt>
    <dgm:pt modelId="{B585AA70-29C5-4695-9CD2-B0608BDADC47}" type="parTrans" cxnId="{D03E2828-1028-4027-883B-BCF9E5643FCC}">
      <dgm:prSet/>
      <dgm:spPr/>
      <dgm:t>
        <a:bodyPr/>
        <a:lstStyle/>
        <a:p>
          <a:endParaRPr lang="en-US"/>
        </a:p>
      </dgm:t>
    </dgm:pt>
    <dgm:pt modelId="{256D5AA7-6910-4381-9B9B-D0A36879246E}" type="sibTrans" cxnId="{D03E2828-1028-4027-883B-BCF9E5643FCC}">
      <dgm:prSet/>
      <dgm:spPr/>
      <dgm:t>
        <a:bodyPr/>
        <a:lstStyle/>
        <a:p>
          <a:endParaRPr lang="en-US"/>
        </a:p>
      </dgm:t>
    </dgm:pt>
    <dgm:pt modelId="{D1ABF7F5-788E-422E-BFCD-A0ACB09B76F6}" type="pres">
      <dgm:prSet presAssocID="{E4653D4C-77F2-4766-82A0-16105EFCDE0F}" presName="linear" presStyleCnt="0">
        <dgm:presLayoutVars>
          <dgm:animLvl val="lvl"/>
          <dgm:resizeHandles val="exact"/>
        </dgm:presLayoutVars>
      </dgm:prSet>
      <dgm:spPr/>
    </dgm:pt>
    <dgm:pt modelId="{7B0A69A0-86BE-4FDF-9D9F-4C51E6194CE9}" type="pres">
      <dgm:prSet presAssocID="{25297789-FECA-44C8-9FDA-ACE69E0164F4}" presName="parentText" presStyleLbl="node1" presStyleIdx="0" presStyleCnt="5">
        <dgm:presLayoutVars>
          <dgm:chMax val="0"/>
          <dgm:bulletEnabled val="1"/>
        </dgm:presLayoutVars>
      </dgm:prSet>
      <dgm:spPr/>
    </dgm:pt>
    <dgm:pt modelId="{764A82B2-8BC6-4B48-914D-CB72F3FB296F}" type="pres">
      <dgm:prSet presAssocID="{A6D50D73-6EE8-4074-B1C1-DAF083D063FE}" presName="spacer" presStyleCnt="0"/>
      <dgm:spPr/>
    </dgm:pt>
    <dgm:pt modelId="{BF5FB976-30DE-4329-920F-F34C070EFB4B}" type="pres">
      <dgm:prSet presAssocID="{6F3CCEB4-4AB8-4B93-895A-93C5DE54CC90}" presName="parentText" presStyleLbl="node1" presStyleIdx="1" presStyleCnt="5">
        <dgm:presLayoutVars>
          <dgm:chMax val="0"/>
          <dgm:bulletEnabled val="1"/>
        </dgm:presLayoutVars>
      </dgm:prSet>
      <dgm:spPr/>
    </dgm:pt>
    <dgm:pt modelId="{B11BE87F-217A-4667-9701-20211EDF405A}" type="pres">
      <dgm:prSet presAssocID="{72276755-8F40-4AC0-A1E9-C830C17C069D}" presName="spacer" presStyleCnt="0"/>
      <dgm:spPr/>
    </dgm:pt>
    <dgm:pt modelId="{C1874840-8C22-4B3A-97E2-9BE3AFB5F309}" type="pres">
      <dgm:prSet presAssocID="{D9D4D19E-55BD-4D73-B1DB-A969F8090226}" presName="parentText" presStyleLbl="node1" presStyleIdx="2" presStyleCnt="5">
        <dgm:presLayoutVars>
          <dgm:chMax val="0"/>
          <dgm:bulletEnabled val="1"/>
        </dgm:presLayoutVars>
      </dgm:prSet>
      <dgm:spPr/>
    </dgm:pt>
    <dgm:pt modelId="{806FDD0A-4C58-49AC-B908-958538213DE5}" type="pres">
      <dgm:prSet presAssocID="{3163CB57-2035-453A-A940-23E3EE40953E}" presName="spacer" presStyleCnt="0"/>
      <dgm:spPr/>
    </dgm:pt>
    <dgm:pt modelId="{89DB41DF-72DA-4DDC-ABC7-A25BBC9BA1C8}" type="pres">
      <dgm:prSet presAssocID="{BC410D66-036F-46D4-A2DB-FA1D4AE223BD}" presName="parentText" presStyleLbl="node1" presStyleIdx="3" presStyleCnt="5">
        <dgm:presLayoutVars>
          <dgm:chMax val="0"/>
          <dgm:bulletEnabled val="1"/>
        </dgm:presLayoutVars>
      </dgm:prSet>
      <dgm:spPr/>
    </dgm:pt>
    <dgm:pt modelId="{D2504CD4-C874-40DD-8F69-17979456F790}" type="pres">
      <dgm:prSet presAssocID="{5A32B9ED-9392-4437-841E-1304040CC0ED}" presName="spacer" presStyleCnt="0"/>
      <dgm:spPr/>
    </dgm:pt>
    <dgm:pt modelId="{ABCB7C54-789A-4E6C-B47F-6EE895C55C90}" type="pres">
      <dgm:prSet presAssocID="{A0538FA9-7AEC-428A-A882-93B3F38AC5C8}" presName="parentText" presStyleLbl="node1" presStyleIdx="4" presStyleCnt="5">
        <dgm:presLayoutVars>
          <dgm:chMax val="0"/>
          <dgm:bulletEnabled val="1"/>
        </dgm:presLayoutVars>
      </dgm:prSet>
      <dgm:spPr/>
    </dgm:pt>
  </dgm:ptLst>
  <dgm:cxnLst>
    <dgm:cxn modelId="{01F6FD17-C061-47E4-AA2D-7B06A84B10AE}" srcId="{E4653D4C-77F2-4766-82A0-16105EFCDE0F}" destId="{BC410D66-036F-46D4-A2DB-FA1D4AE223BD}" srcOrd="3" destOrd="0" parTransId="{7DACB7A1-30D9-4E6F-B330-D6EE8EACE551}" sibTransId="{5A32B9ED-9392-4437-841E-1304040CC0ED}"/>
    <dgm:cxn modelId="{D03E2828-1028-4027-883B-BCF9E5643FCC}" srcId="{E4653D4C-77F2-4766-82A0-16105EFCDE0F}" destId="{A0538FA9-7AEC-428A-A882-93B3F38AC5C8}" srcOrd="4" destOrd="0" parTransId="{B585AA70-29C5-4695-9CD2-B0608BDADC47}" sibTransId="{256D5AA7-6910-4381-9B9B-D0A36879246E}"/>
    <dgm:cxn modelId="{8812F262-D5BC-4FDB-A2ED-BA23B17B4BEC}" type="presOf" srcId="{6F3CCEB4-4AB8-4B93-895A-93C5DE54CC90}" destId="{BF5FB976-30DE-4329-920F-F34C070EFB4B}" srcOrd="0" destOrd="0" presId="urn:microsoft.com/office/officeart/2005/8/layout/vList2"/>
    <dgm:cxn modelId="{8CEB416E-D9B5-446A-9CE2-28A77D09BEF2}" type="presOf" srcId="{A0538FA9-7AEC-428A-A882-93B3F38AC5C8}" destId="{ABCB7C54-789A-4E6C-B47F-6EE895C55C90}" srcOrd="0" destOrd="0" presId="urn:microsoft.com/office/officeart/2005/8/layout/vList2"/>
    <dgm:cxn modelId="{465C0A57-DB15-4202-A6CB-6A7549E856C5}" type="presOf" srcId="{BC410D66-036F-46D4-A2DB-FA1D4AE223BD}" destId="{89DB41DF-72DA-4DDC-ABC7-A25BBC9BA1C8}" srcOrd="0" destOrd="0" presId="urn:microsoft.com/office/officeart/2005/8/layout/vList2"/>
    <dgm:cxn modelId="{4435267A-07A4-4CD2-B299-B89A4E3EF4E4}" srcId="{E4653D4C-77F2-4766-82A0-16105EFCDE0F}" destId="{25297789-FECA-44C8-9FDA-ACE69E0164F4}" srcOrd="0" destOrd="0" parTransId="{5CB7B5A7-A37D-4526-9BCF-7744E005B736}" sibTransId="{A6D50D73-6EE8-4074-B1C1-DAF083D063FE}"/>
    <dgm:cxn modelId="{16A7DC85-6271-469F-A4AD-0DF3A0CF8D2A}" srcId="{E4653D4C-77F2-4766-82A0-16105EFCDE0F}" destId="{D9D4D19E-55BD-4D73-B1DB-A969F8090226}" srcOrd="2" destOrd="0" parTransId="{4B8DCAD5-6AD3-43C5-B08C-CEBF60CE1026}" sibTransId="{3163CB57-2035-453A-A940-23E3EE40953E}"/>
    <dgm:cxn modelId="{0D015589-B7A7-4A8C-A21D-8E9508F8870B}" type="presOf" srcId="{25297789-FECA-44C8-9FDA-ACE69E0164F4}" destId="{7B0A69A0-86BE-4FDF-9D9F-4C51E6194CE9}" srcOrd="0" destOrd="0" presId="urn:microsoft.com/office/officeart/2005/8/layout/vList2"/>
    <dgm:cxn modelId="{AC2600CE-A510-4406-BE8A-7C5154049ABA}" srcId="{E4653D4C-77F2-4766-82A0-16105EFCDE0F}" destId="{6F3CCEB4-4AB8-4B93-895A-93C5DE54CC90}" srcOrd="1" destOrd="0" parTransId="{64A3E8EE-4858-4764-93E7-A07ABCA974A6}" sibTransId="{72276755-8F40-4AC0-A1E9-C830C17C069D}"/>
    <dgm:cxn modelId="{564920EA-761E-4F67-B24D-03F4EF62DFAC}" type="presOf" srcId="{E4653D4C-77F2-4766-82A0-16105EFCDE0F}" destId="{D1ABF7F5-788E-422E-BFCD-A0ACB09B76F6}" srcOrd="0" destOrd="0" presId="urn:microsoft.com/office/officeart/2005/8/layout/vList2"/>
    <dgm:cxn modelId="{3FD449FC-534D-4DB3-A5DE-DC489F859868}" type="presOf" srcId="{D9D4D19E-55BD-4D73-B1DB-A969F8090226}" destId="{C1874840-8C22-4B3A-97E2-9BE3AFB5F309}" srcOrd="0" destOrd="0" presId="urn:microsoft.com/office/officeart/2005/8/layout/vList2"/>
    <dgm:cxn modelId="{B6AA6271-D803-4969-8679-1E2B0BDC7846}" type="presParOf" srcId="{D1ABF7F5-788E-422E-BFCD-A0ACB09B76F6}" destId="{7B0A69A0-86BE-4FDF-9D9F-4C51E6194CE9}" srcOrd="0" destOrd="0" presId="urn:microsoft.com/office/officeart/2005/8/layout/vList2"/>
    <dgm:cxn modelId="{BA42AEEC-1268-4F4D-9D72-CE4A691B33C0}" type="presParOf" srcId="{D1ABF7F5-788E-422E-BFCD-A0ACB09B76F6}" destId="{764A82B2-8BC6-4B48-914D-CB72F3FB296F}" srcOrd="1" destOrd="0" presId="urn:microsoft.com/office/officeart/2005/8/layout/vList2"/>
    <dgm:cxn modelId="{D4ADC824-36F7-4B0B-BD83-99638B537A5F}" type="presParOf" srcId="{D1ABF7F5-788E-422E-BFCD-A0ACB09B76F6}" destId="{BF5FB976-30DE-4329-920F-F34C070EFB4B}" srcOrd="2" destOrd="0" presId="urn:microsoft.com/office/officeart/2005/8/layout/vList2"/>
    <dgm:cxn modelId="{430F9889-F7EC-4C8E-B216-C7F63558594F}" type="presParOf" srcId="{D1ABF7F5-788E-422E-BFCD-A0ACB09B76F6}" destId="{B11BE87F-217A-4667-9701-20211EDF405A}" srcOrd="3" destOrd="0" presId="urn:microsoft.com/office/officeart/2005/8/layout/vList2"/>
    <dgm:cxn modelId="{967FEEB4-AD92-40FD-A325-0EF4A0D77B44}" type="presParOf" srcId="{D1ABF7F5-788E-422E-BFCD-A0ACB09B76F6}" destId="{C1874840-8C22-4B3A-97E2-9BE3AFB5F309}" srcOrd="4" destOrd="0" presId="urn:microsoft.com/office/officeart/2005/8/layout/vList2"/>
    <dgm:cxn modelId="{2B9E00D2-3A26-4012-A635-3D8DF3129E80}" type="presParOf" srcId="{D1ABF7F5-788E-422E-BFCD-A0ACB09B76F6}" destId="{806FDD0A-4C58-49AC-B908-958538213DE5}" srcOrd="5" destOrd="0" presId="urn:microsoft.com/office/officeart/2005/8/layout/vList2"/>
    <dgm:cxn modelId="{D9115851-D1AA-4F01-BB94-EB12A522333B}" type="presParOf" srcId="{D1ABF7F5-788E-422E-BFCD-A0ACB09B76F6}" destId="{89DB41DF-72DA-4DDC-ABC7-A25BBC9BA1C8}" srcOrd="6" destOrd="0" presId="urn:microsoft.com/office/officeart/2005/8/layout/vList2"/>
    <dgm:cxn modelId="{B34B8FC9-9325-41E9-BE37-A788470FD071}" type="presParOf" srcId="{D1ABF7F5-788E-422E-BFCD-A0ACB09B76F6}" destId="{D2504CD4-C874-40DD-8F69-17979456F790}" srcOrd="7" destOrd="0" presId="urn:microsoft.com/office/officeart/2005/8/layout/vList2"/>
    <dgm:cxn modelId="{C259E15B-CFE9-48D3-B4ED-ECF7BECA958B}" type="presParOf" srcId="{D1ABF7F5-788E-422E-BFCD-A0ACB09B76F6}" destId="{ABCB7C54-789A-4E6C-B47F-6EE895C55C90}" srcOrd="8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752508F4-F204-42CB-BE79-275F44EF59CE}" type="doc">
      <dgm:prSet loTypeId="urn:microsoft.com/office/officeart/2008/layout/LinedList" loCatId="list" qsTypeId="urn:microsoft.com/office/officeart/2005/8/quickstyle/simple1" qsCatId="simple" csTypeId="urn:microsoft.com/office/officeart/2005/8/colors/accent2_2" csCatId="accent2" phldr="1"/>
      <dgm:spPr/>
      <dgm:t>
        <a:bodyPr/>
        <a:lstStyle/>
        <a:p>
          <a:endParaRPr lang="en-US"/>
        </a:p>
      </dgm:t>
    </dgm:pt>
    <dgm:pt modelId="{591CF5CF-8F2D-46F2-A1F0-4676A30D0A74}">
      <dgm:prSet custT="1"/>
      <dgm:spPr/>
      <dgm:t>
        <a:bodyPr/>
        <a:lstStyle/>
        <a:p>
          <a:r>
            <a:rPr lang="pt-PT" sz="1100" dirty="0"/>
            <a:t>RF-01  O sistema deve conter um sensor para medir o volume de gases tóxicos/inflamáveis presentes no ambiente. </a:t>
          </a:r>
          <a:r>
            <a:rPr lang="pt-PT" sz="1800" dirty="0">
              <a:sym typeface="Wingdings 2" panose="05020102010507070707" pitchFamily="18" charset="2"/>
            </a:rPr>
            <a:t></a:t>
          </a:r>
          <a:endParaRPr lang="en-US" sz="1800" dirty="0"/>
        </a:p>
      </dgm:t>
    </dgm:pt>
    <dgm:pt modelId="{850EC5A8-9A55-4E46-9BD7-793F7EE75E06}" type="parTrans" cxnId="{23901011-15CC-483E-88F1-960554859EE3}">
      <dgm:prSet/>
      <dgm:spPr/>
      <dgm:t>
        <a:bodyPr/>
        <a:lstStyle/>
        <a:p>
          <a:endParaRPr lang="en-US"/>
        </a:p>
      </dgm:t>
    </dgm:pt>
    <dgm:pt modelId="{ABEB2F2E-1B81-4B2E-8D34-9A707D266D5C}" type="sibTrans" cxnId="{23901011-15CC-483E-88F1-960554859EE3}">
      <dgm:prSet/>
      <dgm:spPr/>
      <dgm:t>
        <a:bodyPr/>
        <a:lstStyle/>
        <a:p>
          <a:endParaRPr lang="en-US"/>
        </a:p>
      </dgm:t>
    </dgm:pt>
    <dgm:pt modelId="{61440B69-23C4-4055-A698-9A052369147F}">
      <dgm:prSet custT="1"/>
      <dgm:spPr/>
      <dgm:t>
        <a:bodyPr/>
        <a:lstStyle/>
        <a:p>
          <a:pPr>
            <a:buNone/>
          </a:pPr>
          <a:r>
            <a:rPr lang="pt-PT" sz="1100" dirty="0"/>
            <a:t>RF-02    O sistema deve conter um sensor de presença. </a:t>
          </a:r>
          <a:r>
            <a:rPr lang="pt-PT" sz="1800" dirty="0">
              <a:sym typeface="Wingdings 2" panose="05020102010507070707" pitchFamily="18" charset="2"/>
            </a:rPr>
            <a:t></a:t>
          </a:r>
          <a:endParaRPr lang="pt-BR" sz="1800" dirty="0"/>
        </a:p>
      </dgm:t>
    </dgm:pt>
    <dgm:pt modelId="{87B6A63E-1B56-4FB8-ABFB-1C78647A9AF4}" type="parTrans" cxnId="{EB597B7F-2E2F-4323-8399-5683D8AB60A2}">
      <dgm:prSet/>
      <dgm:spPr/>
      <dgm:t>
        <a:bodyPr/>
        <a:lstStyle/>
        <a:p>
          <a:endParaRPr lang="pt-BR"/>
        </a:p>
      </dgm:t>
    </dgm:pt>
    <dgm:pt modelId="{BCCBA00A-1458-4105-888B-A1739075D13B}" type="sibTrans" cxnId="{EB597B7F-2E2F-4323-8399-5683D8AB60A2}">
      <dgm:prSet/>
      <dgm:spPr/>
      <dgm:t>
        <a:bodyPr/>
        <a:lstStyle/>
        <a:p>
          <a:endParaRPr lang="pt-BR"/>
        </a:p>
      </dgm:t>
    </dgm:pt>
    <dgm:pt modelId="{10211204-4537-4336-89A9-C8081F61B82F}">
      <dgm:prSet custT="1"/>
      <dgm:spPr/>
      <dgm:t>
        <a:bodyPr/>
        <a:lstStyle/>
        <a:p>
          <a:pPr>
            <a:buNone/>
          </a:pPr>
          <a:r>
            <a:rPr lang="pt-PT" sz="1100" dirty="0"/>
            <a:t>RF-03   O sistema deve identificar se foi atingido o nível de 400 ppm de gás. </a:t>
          </a:r>
          <a:r>
            <a:rPr lang="pt-PT" sz="1800" dirty="0">
              <a:sym typeface="Wingdings 2" panose="05020102010507070707" pitchFamily="18" charset="2"/>
            </a:rPr>
            <a:t></a:t>
          </a:r>
          <a:endParaRPr lang="pt-BR" sz="1800" dirty="0"/>
        </a:p>
      </dgm:t>
    </dgm:pt>
    <dgm:pt modelId="{05AC3C30-1822-4FB8-8CFD-8ADB741E7C1A}" type="parTrans" cxnId="{C1EF61BE-57F0-4808-8BD4-C0FF38B14948}">
      <dgm:prSet/>
      <dgm:spPr/>
      <dgm:t>
        <a:bodyPr/>
        <a:lstStyle/>
        <a:p>
          <a:endParaRPr lang="pt-BR"/>
        </a:p>
      </dgm:t>
    </dgm:pt>
    <dgm:pt modelId="{C78372CD-CEF2-4579-BEBE-B2EBF3E0BD87}" type="sibTrans" cxnId="{C1EF61BE-57F0-4808-8BD4-C0FF38B14948}">
      <dgm:prSet/>
      <dgm:spPr/>
      <dgm:t>
        <a:bodyPr/>
        <a:lstStyle/>
        <a:p>
          <a:endParaRPr lang="pt-BR"/>
        </a:p>
      </dgm:t>
    </dgm:pt>
    <dgm:pt modelId="{DB23D6AD-05C9-4EC0-8F6D-F9517BA9B3C5}">
      <dgm:prSet/>
      <dgm:spPr/>
      <dgm:t>
        <a:bodyPr/>
        <a:lstStyle/>
        <a:p>
          <a:pPr>
            <a:buNone/>
          </a:pPr>
          <a:r>
            <a:rPr lang="pt-PT" dirty="0"/>
            <a:t>RF-04  O sistema deve transmitir dados indicando se há presença de pessoas e ou volume de gás a cada 1 minutos via rede sem fio para servidor IoT.</a:t>
          </a:r>
          <a:endParaRPr lang="pt-BR" dirty="0"/>
        </a:p>
      </dgm:t>
    </dgm:pt>
    <dgm:pt modelId="{BB358BED-12FD-47DE-9CEE-9EA11BAA3948}" type="parTrans" cxnId="{8ABA8484-DC20-4BCF-A94F-AE0D95230BDC}">
      <dgm:prSet/>
      <dgm:spPr/>
      <dgm:t>
        <a:bodyPr/>
        <a:lstStyle/>
        <a:p>
          <a:endParaRPr lang="pt-BR"/>
        </a:p>
      </dgm:t>
    </dgm:pt>
    <dgm:pt modelId="{4786D3BB-560B-4E41-8A82-E6A0B953DF95}" type="sibTrans" cxnId="{8ABA8484-DC20-4BCF-A94F-AE0D95230BDC}">
      <dgm:prSet/>
      <dgm:spPr/>
      <dgm:t>
        <a:bodyPr/>
        <a:lstStyle/>
        <a:p>
          <a:endParaRPr lang="pt-BR"/>
        </a:p>
      </dgm:t>
    </dgm:pt>
    <dgm:pt modelId="{67CBE557-2E31-406A-A7D4-518A7BFEE93D}">
      <dgm:prSet custT="1"/>
      <dgm:spPr/>
      <dgm:t>
        <a:bodyPr/>
        <a:lstStyle/>
        <a:p>
          <a:pPr>
            <a:buNone/>
          </a:pPr>
          <a:r>
            <a:rPr lang="pt-PT" sz="1100" dirty="0"/>
            <a:t>RF-05   Armazenar localmente até 24h de medições em caso de falha de conexão. </a:t>
          </a:r>
          <a:r>
            <a:rPr lang="pt-PT" sz="1800" dirty="0">
              <a:sym typeface="Wingdings 2" panose="05020102010507070707" pitchFamily="18" charset="2"/>
            </a:rPr>
            <a:t></a:t>
          </a:r>
          <a:endParaRPr lang="pt-BR" sz="1800" dirty="0"/>
        </a:p>
      </dgm:t>
    </dgm:pt>
    <dgm:pt modelId="{82611553-46B7-4AD3-9C52-57F4F61CFE76}" type="parTrans" cxnId="{E28926BA-247D-49CF-9E05-24A433809503}">
      <dgm:prSet/>
      <dgm:spPr/>
      <dgm:t>
        <a:bodyPr/>
        <a:lstStyle/>
        <a:p>
          <a:endParaRPr lang="pt-BR"/>
        </a:p>
      </dgm:t>
    </dgm:pt>
    <dgm:pt modelId="{CACFB764-F2B2-4BA6-8C30-986B729C03F6}" type="sibTrans" cxnId="{E28926BA-247D-49CF-9E05-24A433809503}">
      <dgm:prSet/>
      <dgm:spPr/>
      <dgm:t>
        <a:bodyPr/>
        <a:lstStyle/>
        <a:p>
          <a:endParaRPr lang="pt-BR"/>
        </a:p>
      </dgm:t>
    </dgm:pt>
    <dgm:pt modelId="{A2C335CE-4308-4F73-BEBB-A96E55EB216A}">
      <dgm:prSet custT="1"/>
      <dgm:spPr/>
      <dgm:t>
        <a:bodyPr/>
        <a:lstStyle/>
        <a:p>
          <a:pPr>
            <a:buNone/>
          </a:pPr>
          <a:r>
            <a:rPr lang="pt-PT" sz="1100" dirty="0"/>
            <a:t>RF-06    Verificar se há presença de pessoas no ambiente confinado. </a:t>
          </a:r>
          <a:r>
            <a:rPr lang="pt-PT" sz="1800" dirty="0">
              <a:sym typeface="Wingdings 2" panose="05020102010507070707" pitchFamily="18" charset="2"/>
            </a:rPr>
            <a:t></a:t>
          </a:r>
          <a:endParaRPr lang="pt-BR" sz="1800" dirty="0"/>
        </a:p>
      </dgm:t>
    </dgm:pt>
    <dgm:pt modelId="{DDDAE2FB-83F8-4588-977C-6E178E57C203}" type="parTrans" cxnId="{1598F9AC-7835-42AD-AC9E-814702F209A6}">
      <dgm:prSet/>
      <dgm:spPr/>
      <dgm:t>
        <a:bodyPr/>
        <a:lstStyle/>
        <a:p>
          <a:endParaRPr lang="pt-BR"/>
        </a:p>
      </dgm:t>
    </dgm:pt>
    <dgm:pt modelId="{CE16CEDE-F17E-4A58-AB4A-2776A2264275}" type="sibTrans" cxnId="{1598F9AC-7835-42AD-AC9E-814702F209A6}">
      <dgm:prSet/>
      <dgm:spPr/>
      <dgm:t>
        <a:bodyPr/>
        <a:lstStyle/>
        <a:p>
          <a:endParaRPr lang="pt-BR"/>
        </a:p>
      </dgm:t>
    </dgm:pt>
    <dgm:pt modelId="{27CAF07B-A5D6-47CE-B303-4DFEFA98F1F3}">
      <dgm:prSet/>
      <dgm:spPr/>
      <dgm:t>
        <a:bodyPr/>
        <a:lstStyle/>
        <a:p>
          <a:pPr>
            <a:buNone/>
          </a:pPr>
          <a:r>
            <a:rPr lang="pt-PT" dirty="0"/>
            <a:t>RF-07  Interface de rede para realizar a comunicação do embarcado com a plataforma IoT.</a:t>
          </a:r>
          <a:endParaRPr lang="pt-BR" dirty="0"/>
        </a:p>
      </dgm:t>
    </dgm:pt>
    <dgm:pt modelId="{E3881F25-3EDD-4969-8AF3-160D650A07E2}" type="parTrans" cxnId="{C000F65E-C612-4AD1-B2AE-53639BC2F3F1}">
      <dgm:prSet/>
      <dgm:spPr/>
      <dgm:t>
        <a:bodyPr/>
        <a:lstStyle/>
        <a:p>
          <a:endParaRPr lang="pt-BR"/>
        </a:p>
      </dgm:t>
    </dgm:pt>
    <dgm:pt modelId="{D591A3A2-994C-455A-9F82-9E2A97E355D1}" type="sibTrans" cxnId="{C000F65E-C612-4AD1-B2AE-53639BC2F3F1}">
      <dgm:prSet/>
      <dgm:spPr/>
      <dgm:t>
        <a:bodyPr/>
        <a:lstStyle/>
        <a:p>
          <a:endParaRPr lang="pt-BR"/>
        </a:p>
      </dgm:t>
    </dgm:pt>
    <dgm:pt modelId="{04F806EF-F3D3-4C1D-B123-DAF933FC75CB}">
      <dgm:prSet custT="1"/>
      <dgm:spPr/>
      <dgm:t>
        <a:bodyPr/>
        <a:lstStyle/>
        <a:p>
          <a:pPr>
            <a:buNone/>
          </a:pPr>
          <a:r>
            <a:rPr lang="pt-PT" sz="1100" dirty="0"/>
            <a:t>RF-08	Dispositivo para emitir alarme sonoro caso o sensor de gases detecte mais de 400 ppm e tenha pessoas no ambiente. </a:t>
          </a:r>
          <a:r>
            <a:rPr lang="pt-PT" sz="1800" dirty="0">
              <a:sym typeface="Wingdings 2" panose="05020102010507070707" pitchFamily="18" charset="2"/>
            </a:rPr>
            <a:t></a:t>
          </a:r>
          <a:endParaRPr lang="pt-BR" sz="1800" dirty="0"/>
        </a:p>
      </dgm:t>
    </dgm:pt>
    <dgm:pt modelId="{23FA862B-1B8B-45FD-A1C8-8B5943E27887}" type="parTrans" cxnId="{2CC376D4-4243-42FE-9918-41B59155522D}">
      <dgm:prSet/>
      <dgm:spPr/>
      <dgm:t>
        <a:bodyPr/>
        <a:lstStyle/>
        <a:p>
          <a:endParaRPr lang="pt-BR"/>
        </a:p>
      </dgm:t>
    </dgm:pt>
    <dgm:pt modelId="{0F7821D9-F8B4-4FA3-8170-05A2B0441405}" type="sibTrans" cxnId="{2CC376D4-4243-42FE-9918-41B59155522D}">
      <dgm:prSet/>
      <dgm:spPr/>
      <dgm:t>
        <a:bodyPr/>
        <a:lstStyle/>
        <a:p>
          <a:endParaRPr lang="pt-BR"/>
        </a:p>
      </dgm:t>
    </dgm:pt>
    <dgm:pt modelId="{BA35E8BF-A9AE-4828-8197-FE6690833BD9}">
      <dgm:prSet custT="1"/>
      <dgm:spPr/>
      <dgm:t>
        <a:bodyPr/>
        <a:lstStyle/>
        <a:p>
          <a:pPr>
            <a:buNone/>
          </a:pPr>
          <a:r>
            <a:rPr lang="pt-PT" sz="1100" dirty="0"/>
            <a:t>RF-09 – Led para indicar caso o sensor de gases detecte mais de 400 ppm e tenha pessoas no ambiente. </a:t>
          </a:r>
          <a:r>
            <a:rPr lang="pt-PT" sz="1800" dirty="0">
              <a:sym typeface="Wingdings 2" panose="05020102010507070707" pitchFamily="18" charset="2"/>
            </a:rPr>
            <a:t></a:t>
          </a:r>
          <a:endParaRPr lang="pt-BR" sz="1800" dirty="0"/>
        </a:p>
      </dgm:t>
    </dgm:pt>
    <dgm:pt modelId="{DCA654F6-9064-449F-9731-136FB94BB598}" type="parTrans" cxnId="{E70DA878-D09B-4D08-882D-8700A6E9B5BF}">
      <dgm:prSet/>
      <dgm:spPr/>
      <dgm:t>
        <a:bodyPr/>
        <a:lstStyle/>
        <a:p>
          <a:endParaRPr lang="pt-BR"/>
        </a:p>
      </dgm:t>
    </dgm:pt>
    <dgm:pt modelId="{B6DEB0AD-AD94-4546-AA5C-35242BE01632}" type="sibTrans" cxnId="{E70DA878-D09B-4D08-882D-8700A6E9B5BF}">
      <dgm:prSet/>
      <dgm:spPr/>
      <dgm:t>
        <a:bodyPr/>
        <a:lstStyle/>
        <a:p>
          <a:endParaRPr lang="pt-BR"/>
        </a:p>
      </dgm:t>
    </dgm:pt>
    <dgm:pt modelId="{20E6D860-4D31-43C0-9ED3-4F611ED14B6B}">
      <dgm:prSet custT="1"/>
      <dgm:spPr/>
      <dgm:t>
        <a:bodyPr/>
        <a:lstStyle/>
        <a:p>
          <a:pPr>
            <a:buNone/>
          </a:pPr>
          <a:r>
            <a:rPr lang="pt-PT" sz="1100" dirty="0"/>
            <a:t>RF-10 – O sistema deve conter um microcontrolador. </a:t>
          </a:r>
          <a:r>
            <a:rPr lang="pt-PT" sz="1800" dirty="0">
              <a:sym typeface="Wingdings 2" panose="05020102010507070707" pitchFamily="18" charset="2"/>
            </a:rPr>
            <a:t></a:t>
          </a:r>
          <a:endParaRPr lang="pt-BR" sz="1800" dirty="0"/>
        </a:p>
      </dgm:t>
    </dgm:pt>
    <dgm:pt modelId="{2D836E69-A180-4C25-BEB5-11866CA0F660}" type="parTrans" cxnId="{F6B7D227-2446-49C9-AD4F-21B1E4B163AA}">
      <dgm:prSet/>
      <dgm:spPr/>
      <dgm:t>
        <a:bodyPr/>
        <a:lstStyle/>
        <a:p>
          <a:endParaRPr lang="pt-BR"/>
        </a:p>
      </dgm:t>
    </dgm:pt>
    <dgm:pt modelId="{F98CE2B5-8384-4BEF-A0BF-3B33B407E8F0}" type="sibTrans" cxnId="{F6B7D227-2446-49C9-AD4F-21B1E4B163AA}">
      <dgm:prSet/>
      <dgm:spPr/>
      <dgm:t>
        <a:bodyPr/>
        <a:lstStyle/>
        <a:p>
          <a:endParaRPr lang="pt-BR"/>
        </a:p>
      </dgm:t>
    </dgm:pt>
    <dgm:pt modelId="{16A4D7A6-CCC4-46DF-9754-BCDDFF545647}" type="pres">
      <dgm:prSet presAssocID="{752508F4-F204-42CB-BE79-275F44EF59CE}" presName="vert0" presStyleCnt="0">
        <dgm:presLayoutVars>
          <dgm:dir/>
          <dgm:animOne val="branch"/>
          <dgm:animLvl val="lvl"/>
        </dgm:presLayoutVars>
      </dgm:prSet>
      <dgm:spPr/>
    </dgm:pt>
    <dgm:pt modelId="{7BDDABC9-5858-4C6A-B2F4-1A99FA420370}" type="pres">
      <dgm:prSet presAssocID="{591CF5CF-8F2D-46F2-A1F0-4676A30D0A74}" presName="thickLine" presStyleLbl="alignNode1" presStyleIdx="0" presStyleCnt="10"/>
      <dgm:spPr/>
    </dgm:pt>
    <dgm:pt modelId="{C18AD6C7-E914-427D-AFF7-DDEFE64C3847}" type="pres">
      <dgm:prSet presAssocID="{591CF5CF-8F2D-46F2-A1F0-4676A30D0A74}" presName="horz1" presStyleCnt="0"/>
      <dgm:spPr/>
    </dgm:pt>
    <dgm:pt modelId="{122689A0-03A3-49EC-B7E3-4260782D3B3F}" type="pres">
      <dgm:prSet presAssocID="{591CF5CF-8F2D-46F2-A1F0-4676A30D0A74}" presName="tx1" presStyleLbl="revTx" presStyleIdx="0" presStyleCnt="10"/>
      <dgm:spPr/>
    </dgm:pt>
    <dgm:pt modelId="{CDC9A010-4264-4865-B770-DD0476B37140}" type="pres">
      <dgm:prSet presAssocID="{591CF5CF-8F2D-46F2-A1F0-4676A30D0A74}" presName="vert1" presStyleCnt="0"/>
      <dgm:spPr/>
    </dgm:pt>
    <dgm:pt modelId="{8328EB1E-BD32-405D-9E42-90227A5F0362}" type="pres">
      <dgm:prSet presAssocID="{61440B69-23C4-4055-A698-9A052369147F}" presName="thickLine" presStyleLbl="alignNode1" presStyleIdx="1" presStyleCnt="10"/>
      <dgm:spPr/>
    </dgm:pt>
    <dgm:pt modelId="{070A81E2-4B37-4F05-816A-CF53A51BF176}" type="pres">
      <dgm:prSet presAssocID="{61440B69-23C4-4055-A698-9A052369147F}" presName="horz1" presStyleCnt="0"/>
      <dgm:spPr/>
    </dgm:pt>
    <dgm:pt modelId="{78D3808E-FD8D-436F-8CB5-CF19430654DD}" type="pres">
      <dgm:prSet presAssocID="{61440B69-23C4-4055-A698-9A052369147F}" presName="tx1" presStyleLbl="revTx" presStyleIdx="1" presStyleCnt="10"/>
      <dgm:spPr/>
    </dgm:pt>
    <dgm:pt modelId="{96844083-C722-4B7B-8D9B-2588E5C898F7}" type="pres">
      <dgm:prSet presAssocID="{61440B69-23C4-4055-A698-9A052369147F}" presName="vert1" presStyleCnt="0"/>
      <dgm:spPr/>
    </dgm:pt>
    <dgm:pt modelId="{5C4296B2-2AFE-4690-B089-317E249984A0}" type="pres">
      <dgm:prSet presAssocID="{10211204-4537-4336-89A9-C8081F61B82F}" presName="thickLine" presStyleLbl="alignNode1" presStyleIdx="2" presStyleCnt="10"/>
      <dgm:spPr/>
    </dgm:pt>
    <dgm:pt modelId="{94503C25-C699-400D-A865-87A0B7CE38BD}" type="pres">
      <dgm:prSet presAssocID="{10211204-4537-4336-89A9-C8081F61B82F}" presName="horz1" presStyleCnt="0"/>
      <dgm:spPr/>
    </dgm:pt>
    <dgm:pt modelId="{78E69FB7-9A69-4E26-A3E4-E00CCC9EE426}" type="pres">
      <dgm:prSet presAssocID="{10211204-4537-4336-89A9-C8081F61B82F}" presName="tx1" presStyleLbl="revTx" presStyleIdx="2" presStyleCnt="10"/>
      <dgm:spPr/>
    </dgm:pt>
    <dgm:pt modelId="{C9D2C65F-90BB-4970-91D1-82D38222803F}" type="pres">
      <dgm:prSet presAssocID="{10211204-4537-4336-89A9-C8081F61B82F}" presName="vert1" presStyleCnt="0"/>
      <dgm:spPr/>
    </dgm:pt>
    <dgm:pt modelId="{0647D4E7-23C9-46A8-8597-D2678E82975A}" type="pres">
      <dgm:prSet presAssocID="{DB23D6AD-05C9-4EC0-8F6D-F9517BA9B3C5}" presName="thickLine" presStyleLbl="alignNode1" presStyleIdx="3" presStyleCnt="10"/>
      <dgm:spPr/>
    </dgm:pt>
    <dgm:pt modelId="{CEC670AE-F043-4B48-B702-AF6AF08CE964}" type="pres">
      <dgm:prSet presAssocID="{DB23D6AD-05C9-4EC0-8F6D-F9517BA9B3C5}" presName="horz1" presStyleCnt="0"/>
      <dgm:spPr/>
    </dgm:pt>
    <dgm:pt modelId="{42C30A3E-28A9-429D-8F60-7271AEA916F8}" type="pres">
      <dgm:prSet presAssocID="{DB23D6AD-05C9-4EC0-8F6D-F9517BA9B3C5}" presName="tx1" presStyleLbl="revTx" presStyleIdx="3" presStyleCnt="10"/>
      <dgm:spPr/>
    </dgm:pt>
    <dgm:pt modelId="{ECFE16D6-AA83-4B11-ABA8-704588C60666}" type="pres">
      <dgm:prSet presAssocID="{DB23D6AD-05C9-4EC0-8F6D-F9517BA9B3C5}" presName="vert1" presStyleCnt="0"/>
      <dgm:spPr/>
    </dgm:pt>
    <dgm:pt modelId="{F172999B-CBCF-4E84-AB6C-433C434652B1}" type="pres">
      <dgm:prSet presAssocID="{67CBE557-2E31-406A-A7D4-518A7BFEE93D}" presName="thickLine" presStyleLbl="alignNode1" presStyleIdx="4" presStyleCnt="10"/>
      <dgm:spPr/>
    </dgm:pt>
    <dgm:pt modelId="{A00D4987-E7E6-412B-944D-C533ADF9F6C8}" type="pres">
      <dgm:prSet presAssocID="{67CBE557-2E31-406A-A7D4-518A7BFEE93D}" presName="horz1" presStyleCnt="0"/>
      <dgm:spPr/>
    </dgm:pt>
    <dgm:pt modelId="{178F9617-1ECC-4D4B-BDDB-79A31F1D5554}" type="pres">
      <dgm:prSet presAssocID="{67CBE557-2E31-406A-A7D4-518A7BFEE93D}" presName="tx1" presStyleLbl="revTx" presStyleIdx="4" presStyleCnt="10"/>
      <dgm:spPr/>
    </dgm:pt>
    <dgm:pt modelId="{7AFF3068-AB2B-4F94-A9E5-ADF5F2A7AB78}" type="pres">
      <dgm:prSet presAssocID="{67CBE557-2E31-406A-A7D4-518A7BFEE93D}" presName="vert1" presStyleCnt="0"/>
      <dgm:spPr/>
    </dgm:pt>
    <dgm:pt modelId="{12207EB9-06CE-4763-B8A6-ACD7843DC888}" type="pres">
      <dgm:prSet presAssocID="{A2C335CE-4308-4F73-BEBB-A96E55EB216A}" presName="thickLine" presStyleLbl="alignNode1" presStyleIdx="5" presStyleCnt="10"/>
      <dgm:spPr/>
    </dgm:pt>
    <dgm:pt modelId="{A072BD3B-0765-4524-960B-42E355A4CBE5}" type="pres">
      <dgm:prSet presAssocID="{A2C335CE-4308-4F73-BEBB-A96E55EB216A}" presName="horz1" presStyleCnt="0"/>
      <dgm:spPr/>
    </dgm:pt>
    <dgm:pt modelId="{70F73029-5233-4132-BC01-89EE6C38E8E3}" type="pres">
      <dgm:prSet presAssocID="{A2C335CE-4308-4F73-BEBB-A96E55EB216A}" presName="tx1" presStyleLbl="revTx" presStyleIdx="5" presStyleCnt="10"/>
      <dgm:spPr/>
    </dgm:pt>
    <dgm:pt modelId="{7B9786E0-7F79-47A7-B7E2-B48DFA3C4133}" type="pres">
      <dgm:prSet presAssocID="{A2C335CE-4308-4F73-BEBB-A96E55EB216A}" presName="vert1" presStyleCnt="0"/>
      <dgm:spPr/>
    </dgm:pt>
    <dgm:pt modelId="{AC5FC2CB-F7F7-44FC-8FAC-8721A03FF58E}" type="pres">
      <dgm:prSet presAssocID="{27CAF07B-A5D6-47CE-B303-4DFEFA98F1F3}" presName="thickLine" presStyleLbl="alignNode1" presStyleIdx="6" presStyleCnt="10"/>
      <dgm:spPr/>
    </dgm:pt>
    <dgm:pt modelId="{1D546BFD-1671-4ABD-8857-3D14307AC6C9}" type="pres">
      <dgm:prSet presAssocID="{27CAF07B-A5D6-47CE-B303-4DFEFA98F1F3}" presName="horz1" presStyleCnt="0"/>
      <dgm:spPr/>
    </dgm:pt>
    <dgm:pt modelId="{57AD1B85-C95B-4A54-BDB6-6C6A755C4AE8}" type="pres">
      <dgm:prSet presAssocID="{27CAF07B-A5D6-47CE-B303-4DFEFA98F1F3}" presName="tx1" presStyleLbl="revTx" presStyleIdx="6" presStyleCnt="10"/>
      <dgm:spPr/>
    </dgm:pt>
    <dgm:pt modelId="{9E54FF9A-496C-42F4-A81C-1C67F0EB3B58}" type="pres">
      <dgm:prSet presAssocID="{27CAF07B-A5D6-47CE-B303-4DFEFA98F1F3}" presName="vert1" presStyleCnt="0"/>
      <dgm:spPr/>
    </dgm:pt>
    <dgm:pt modelId="{D165BDD2-B9AA-4253-BF88-59304FC695C4}" type="pres">
      <dgm:prSet presAssocID="{04F806EF-F3D3-4C1D-B123-DAF933FC75CB}" presName="thickLine" presStyleLbl="alignNode1" presStyleIdx="7" presStyleCnt="10"/>
      <dgm:spPr/>
    </dgm:pt>
    <dgm:pt modelId="{CCC427EF-4B8C-4D7A-BBAF-59B32640FD31}" type="pres">
      <dgm:prSet presAssocID="{04F806EF-F3D3-4C1D-B123-DAF933FC75CB}" presName="horz1" presStyleCnt="0"/>
      <dgm:spPr/>
    </dgm:pt>
    <dgm:pt modelId="{51BACDAA-6B5D-49DE-8C86-DBB71516C7A9}" type="pres">
      <dgm:prSet presAssocID="{04F806EF-F3D3-4C1D-B123-DAF933FC75CB}" presName="tx1" presStyleLbl="revTx" presStyleIdx="7" presStyleCnt="10"/>
      <dgm:spPr/>
    </dgm:pt>
    <dgm:pt modelId="{0D2041F3-416E-444D-9C32-2FFC891BF0D6}" type="pres">
      <dgm:prSet presAssocID="{04F806EF-F3D3-4C1D-B123-DAF933FC75CB}" presName="vert1" presStyleCnt="0"/>
      <dgm:spPr/>
    </dgm:pt>
    <dgm:pt modelId="{CF70A836-1006-4207-93C8-D8E9AF7B95B5}" type="pres">
      <dgm:prSet presAssocID="{BA35E8BF-A9AE-4828-8197-FE6690833BD9}" presName="thickLine" presStyleLbl="alignNode1" presStyleIdx="8" presStyleCnt="10"/>
      <dgm:spPr/>
    </dgm:pt>
    <dgm:pt modelId="{C8D33100-68EE-4443-85AA-754F79D88173}" type="pres">
      <dgm:prSet presAssocID="{BA35E8BF-A9AE-4828-8197-FE6690833BD9}" presName="horz1" presStyleCnt="0"/>
      <dgm:spPr/>
    </dgm:pt>
    <dgm:pt modelId="{2B70572E-A80C-4C91-A76B-F346B86FC0FA}" type="pres">
      <dgm:prSet presAssocID="{BA35E8BF-A9AE-4828-8197-FE6690833BD9}" presName="tx1" presStyleLbl="revTx" presStyleIdx="8" presStyleCnt="10"/>
      <dgm:spPr/>
    </dgm:pt>
    <dgm:pt modelId="{3CE86FD5-83C0-455C-8DAF-6D21954C757C}" type="pres">
      <dgm:prSet presAssocID="{BA35E8BF-A9AE-4828-8197-FE6690833BD9}" presName="vert1" presStyleCnt="0"/>
      <dgm:spPr/>
    </dgm:pt>
    <dgm:pt modelId="{D205C6B0-0CC1-4C18-A70F-B947AF177780}" type="pres">
      <dgm:prSet presAssocID="{20E6D860-4D31-43C0-9ED3-4F611ED14B6B}" presName="thickLine" presStyleLbl="alignNode1" presStyleIdx="9" presStyleCnt="10"/>
      <dgm:spPr/>
    </dgm:pt>
    <dgm:pt modelId="{A2D9B952-B13B-4251-8DE8-6DB5DAAFE9CE}" type="pres">
      <dgm:prSet presAssocID="{20E6D860-4D31-43C0-9ED3-4F611ED14B6B}" presName="horz1" presStyleCnt="0"/>
      <dgm:spPr/>
    </dgm:pt>
    <dgm:pt modelId="{B561691F-AC23-4673-8E3B-429A97BBB31D}" type="pres">
      <dgm:prSet presAssocID="{20E6D860-4D31-43C0-9ED3-4F611ED14B6B}" presName="tx1" presStyleLbl="revTx" presStyleIdx="9" presStyleCnt="10"/>
      <dgm:spPr/>
    </dgm:pt>
    <dgm:pt modelId="{B9B7F02B-51BC-440A-B425-74B652417887}" type="pres">
      <dgm:prSet presAssocID="{20E6D860-4D31-43C0-9ED3-4F611ED14B6B}" presName="vert1" presStyleCnt="0"/>
      <dgm:spPr/>
    </dgm:pt>
  </dgm:ptLst>
  <dgm:cxnLst>
    <dgm:cxn modelId="{23901011-15CC-483E-88F1-960554859EE3}" srcId="{752508F4-F204-42CB-BE79-275F44EF59CE}" destId="{591CF5CF-8F2D-46F2-A1F0-4676A30D0A74}" srcOrd="0" destOrd="0" parTransId="{850EC5A8-9A55-4E46-9BD7-793F7EE75E06}" sibTransId="{ABEB2F2E-1B81-4B2E-8D34-9A707D266D5C}"/>
    <dgm:cxn modelId="{F6B7D227-2446-49C9-AD4F-21B1E4B163AA}" srcId="{752508F4-F204-42CB-BE79-275F44EF59CE}" destId="{20E6D860-4D31-43C0-9ED3-4F611ED14B6B}" srcOrd="9" destOrd="0" parTransId="{2D836E69-A180-4C25-BEB5-11866CA0F660}" sibTransId="{F98CE2B5-8384-4BEF-A0BF-3B33B407E8F0}"/>
    <dgm:cxn modelId="{9876B13E-CA7D-4F03-9170-7B9C4B38A554}" type="presOf" srcId="{27CAF07B-A5D6-47CE-B303-4DFEFA98F1F3}" destId="{57AD1B85-C95B-4A54-BDB6-6C6A755C4AE8}" srcOrd="0" destOrd="0" presId="urn:microsoft.com/office/officeart/2008/layout/LinedList"/>
    <dgm:cxn modelId="{C000F65E-C612-4AD1-B2AE-53639BC2F3F1}" srcId="{752508F4-F204-42CB-BE79-275F44EF59CE}" destId="{27CAF07B-A5D6-47CE-B303-4DFEFA98F1F3}" srcOrd="6" destOrd="0" parTransId="{E3881F25-3EDD-4969-8AF3-160D650A07E2}" sibTransId="{D591A3A2-994C-455A-9F82-9E2A97E355D1}"/>
    <dgm:cxn modelId="{0AA9E162-ABE0-40DB-AE24-488240BD836E}" type="presOf" srcId="{10211204-4537-4336-89A9-C8081F61B82F}" destId="{78E69FB7-9A69-4E26-A3E4-E00CCC9EE426}" srcOrd="0" destOrd="0" presId="urn:microsoft.com/office/officeart/2008/layout/LinedList"/>
    <dgm:cxn modelId="{929EAB63-8994-4488-AB20-AD28433352F2}" type="presOf" srcId="{752508F4-F204-42CB-BE79-275F44EF59CE}" destId="{16A4D7A6-CCC4-46DF-9754-BCDDFF545647}" srcOrd="0" destOrd="0" presId="urn:microsoft.com/office/officeart/2008/layout/LinedList"/>
    <dgm:cxn modelId="{87CC0E64-B479-4292-9B4A-0434C0904801}" type="presOf" srcId="{04F806EF-F3D3-4C1D-B123-DAF933FC75CB}" destId="{51BACDAA-6B5D-49DE-8C86-DBB71516C7A9}" srcOrd="0" destOrd="0" presId="urn:microsoft.com/office/officeart/2008/layout/LinedList"/>
    <dgm:cxn modelId="{E70DA878-D09B-4D08-882D-8700A6E9B5BF}" srcId="{752508F4-F204-42CB-BE79-275F44EF59CE}" destId="{BA35E8BF-A9AE-4828-8197-FE6690833BD9}" srcOrd="8" destOrd="0" parTransId="{DCA654F6-9064-449F-9731-136FB94BB598}" sibTransId="{B6DEB0AD-AD94-4546-AA5C-35242BE01632}"/>
    <dgm:cxn modelId="{EB597B7F-2E2F-4323-8399-5683D8AB60A2}" srcId="{752508F4-F204-42CB-BE79-275F44EF59CE}" destId="{61440B69-23C4-4055-A698-9A052369147F}" srcOrd="1" destOrd="0" parTransId="{87B6A63E-1B56-4FB8-ABFB-1C78647A9AF4}" sibTransId="{BCCBA00A-1458-4105-888B-A1739075D13B}"/>
    <dgm:cxn modelId="{B98E2D82-121B-48DA-96EF-9E6C4EE68A50}" type="presOf" srcId="{A2C335CE-4308-4F73-BEBB-A96E55EB216A}" destId="{70F73029-5233-4132-BC01-89EE6C38E8E3}" srcOrd="0" destOrd="0" presId="urn:microsoft.com/office/officeart/2008/layout/LinedList"/>
    <dgm:cxn modelId="{8ABA8484-DC20-4BCF-A94F-AE0D95230BDC}" srcId="{752508F4-F204-42CB-BE79-275F44EF59CE}" destId="{DB23D6AD-05C9-4EC0-8F6D-F9517BA9B3C5}" srcOrd="3" destOrd="0" parTransId="{BB358BED-12FD-47DE-9CEE-9EA11BAA3948}" sibTransId="{4786D3BB-560B-4E41-8A82-E6A0B953DF95}"/>
    <dgm:cxn modelId="{48E80199-8A18-45B6-8EEE-555854F03FDB}" type="presOf" srcId="{67CBE557-2E31-406A-A7D4-518A7BFEE93D}" destId="{178F9617-1ECC-4D4B-BDDB-79A31F1D5554}" srcOrd="0" destOrd="0" presId="urn:microsoft.com/office/officeart/2008/layout/LinedList"/>
    <dgm:cxn modelId="{C9C4549B-71A8-4EFB-B25D-C76FCE27AA07}" type="presOf" srcId="{BA35E8BF-A9AE-4828-8197-FE6690833BD9}" destId="{2B70572E-A80C-4C91-A76B-F346B86FC0FA}" srcOrd="0" destOrd="0" presId="urn:microsoft.com/office/officeart/2008/layout/LinedList"/>
    <dgm:cxn modelId="{A7D0F69E-8A00-4E92-9DC0-C78A2F2D35AF}" type="presOf" srcId="{61440B69-23C4-4055-A698-9A052369147F}" destId="{78D3808E-FD8D-436F-8CB5-CF19430654DD}" srcOrd="0" destOrd="0" presId="urn:microsoft.com/office/officeart/2008/layout/LinedList"/>
    <dgm:cxn modelId="{1598F9AC-7835-42AD-AC9E-814702F209A6}" srcId="{752508F4-F204-42CB-BE79-275F44EF59CE}" destId="{A2C335CE-4308-4F73-BEBB-A96E55EB216A}" srcOrd="5" destOrd="0" parTransId="{DDDAE2FB-83F8-4588-977C-6E178E57C203}" sibTransId="{CE16CEDE-F17E-4A58-AB4A-2776A2264275}"/>
    <dgm:cxn modelId="{E28926BA-247D-49CF-9E05-24A433809503}" srcId="{752508F4-F204-42CB-BE79-275F44EF59CE}" destId="{67CBE557-2E31-406A-A7D4-518A7BFEE93D}" srcOrd="4" destOrd="0" parTransId="{82611553-46B7-4AD3-9C52-57F4F61CFE76}" sibTransId="{CACFB764-F2B2-4BA6-8C30-986B729C03F6}"/>
    <dgm:cxn modelId="{C1EF61BE-57F0-4808-8BD4-C0FF38B14948}" srcId="{752508F4-F204-42CB-BE79-275F44EF59CE}" destId="{10211204-4537-4336-89A9-C8081F61B82F}" srcOrd="2" destOrd="0" parTransId="{05AC3C30-1822-4FB8-8CFD-8ADB741E7C1A}" sibTransId="{C78372CD-CEF2-4579-BEBE-B2EBF3E0BD87}"/>
    <dgm:cxn modelId="{2CC376D4-4243-42FE-9918-41B59155522D}" srcId="{752508F4-F204-42CB-BE79-275F44EF59CE}" destId="{04F806EF-F3D3-4C1D-B123-DAF933FC75CB}" srcOrd="7" destOrd="0" parTransId="{23FA862B-1B8B-45FD-A1C8-8B5943E27887}" sibTransId="{0F7821D9-F8B4-4FA3-8170-05A2B0441405}"/>
    <dgm:cxn modelId="{0FED1ADE-9C22-46FC-BAE5-0939BB95E3F7}" type="presOf" srcId="{20E6D860-4D31-43C0-9ED3-4F611ED14B6B}" destId="{B561691F-AC23-4673-8E3B-429A97BBB31D}" srcOrd="0" destOrd="0" presId="urn:microsoft.com/office/officeart/2008/layout/LinedList"/>
    <dgm:cxn modelId="{25C292EA-88DC-40E6-B5F3-A78DBD2C58C5}" type="presOf" srcId="{591CF5CF-8F2D-46F2-A1F0-4676A30D0A74}" destId="{122689A0-03A3-49EC-B7E3-4260782D3B3F}" srcOrd="0" destOrd="0" presId="urn:microsoft.com/office/officeart/2008/layout/LinedList"/>
    <dgm:cxn modelId="{40A7E0FA-8356-4505-99BB-79ED2C817CEE}" type="presOf" srcId="{DB23D6AD-05C9-4EC0-8F6D-F9517BA9B3C5}" destId="{42C30A3E-28A9-429D-8F60-7271AEA916F8}" srcOrd="0" destOrd="0" presId="urn:microsoft.com/office/officeart/2008/layout/LinedList"/>
    <dgm:cxn modelId="{C6147702-492F-4E85-8CE9-46B50881E4E5}" type="presParOf" srcId="{16A4D7A6-CCC4-46DF-9754-BCDDFF545647}" destId="{7BDDABC9-5858-4C6A-B2F4-1A99FA420370}" srcOrd="0" destOrd="0" presId="urn:microsoft.com/office/officeart/2008/layout/LinedList"/>
    <dgm:cxn modelId="{1B10F664-565D-4BB5-A153-362520874609}" type="presParOf" srcId="{16A4D7A6-CCC4-46DF-9754-BCDDFF545647}" destId="{C18AD6C7-E914-427D-AFF7-DDEFE64C3847}" srcOrd="1" destOrd="0" presId="urn:microsoft.com/office/officeart/2008/layout/LinedList"/>
    <dgm:cxn modelId="{68862DB5-71B3-44EA-8367-264907F6A182}" type="presParOf" srcId="{C18AD6C7-E914-427D-AFF7-DDEFE64C3847}" destId="{122689A0-03A3-49EC-B7E3-4260782D3B3F}" srcOrd="0" destOrd="0" presId="urn:microsoft.com/office/officeart/2008/layout/LinedList"/>
    <dgm:cxn modelId="{FEE9E163-7BC9-4C92-97F2-BB212C58B360}" type="presParOf" srcId="{C18AD6C7-E914-427D-AFF7-DDEFE64C3847}" destId="{CDC9A010-4264-4865-B770-DD0476B37140}" srcOrd="1" destOrd="0" presId="urn:microsoft.com/office/officeart/2008/layout/LinedList"/>
    <dgm:cxn modelId="{5449504D-17CF-4E90-A79E-2AFCFD7A821F}" type="presParOf" srcId="{16A4D7A6-CCC4-46DF-9754-BCDDFF545647}" destId="{8328EB1E-BD32-405D-9E42-90227A5F0362}" srcOrd="2" destOrd="0" presId="urn:microsoft.com/office/officeart/2008/layout/LinedList"/>
    <dgm:cxn modelId="{72A0ACB2-C74A-4091-BA49-145E8785B079}" type="presParOf" srcId="{16A4D7A6-CCC4-46DF-9754-BCDDFF545647}" destId="{070A81E2-4B37-4F05-816A-CF53A51BF176}" srcOrd="3" destOrd="0" presId="urn:microsoft.com/office/officeart/2008/layout/LinedList"/>
    <dgm:cxn modelId="{CB7182AD-95C8-4503-A2A5-C679CAF6F25A}" type="presParOf" srcId="{070A81E2-4B37-4F05-816A-CF53A51BF176}" destId="{78D3808E-FD8D-436F-8CB5-CF19430654DD}" srcOrd="0" destOrd="0" presId="urn:microsoft.com/office/officeart/2008/layout/LinedList"/>
    <dgm:cxn modelId="{B4E59C18-E29A-4633-85C9-B1CB250BAE46}" type="presParOf" srcId="{070A81E2-4B37-4F05-816A-CF53A51BF176}" destId="{96844083-C722-4B7B-8D9B-2588E5C898F7}" srcOrd="1" destOrd="0" presId="urn:microsoft.com/office/officeart/2008/layout/LinedList"/>
    <dgm:cxn modelId="{C1DD7A94-6FE7-45C3-B171-063C112919C8}" type="presParOf" srcId="{16A4D7A6-CCC4-46DF-9754-BCDDFF545647}" destId="{5C4296B2-2AFE-4690-B089-317E249984A0}" srcOrd="4" destOrd="0" presId="urn:microsoft.com/office/officeart/2008/layout/LinedList"/>
    <dgm:cxn modelId="{1F99379A-E318-453D-859B-5D1AE9C5EC86}" type="presParOf" srcId="{16A4D7A6-CCC4-46DF-9754-BCDDFF545647}" destId="{94503C25-C699-400D-A865-87A0B7CE38BD}" srcOrd="5" destOrd="0" presId="urn:microsoft.com/office/officeart/2008/layout/LinedList"/>
    <dgm:cxn modelId="{110D89DE-522C-4A3A-9A4A-0CFE48AA1C81}" type="presParOf" srcId="{94503C25-C699-400D-A865-87A0B7CE38BD}" destId="{78E69FB7-9A69-4E26-A3E4-E00CCC9EE426}" srcOrd="0" destOrd="0" presId="urn:microsoft.com/office/officeart/2008/layout/LinedList"/>
    <dgm:cxn modelId="{DC195009-23FA-4AC6-8314-78499F972601}" type="presParOf" srcId="{94503C25-C699-400D-A865-87A0B7CE38BD}" destId="{C9D2C65F-90BB-4970-91D1-82D38222803F}" srcOrd="1" destOrd="0" presId="urn:microsoft.com/office/officeart/2008/layout/LinedList"/>
    <dgm:cxn modelId="{A61A9C71-D91B-436E-9A3D-FC1C5FDE735A}" type="presParOf" srcId="{16A4D7A6-CCC4-46DF-9754-BCDDFF545647}" destId="{0647D4E7-23C9-46A8-8597-D2678E82975A}" srcOrd="6" destOrd="0" presId="urn:microsoft.com/office/officeart/2008/layout/LinedList"/>
    <dgm:cxn modelId="{4ACB021D-166D-4B0A-9507-6304B567BCD5}" type="presParOf" srcId="{16A4D7A6-CCC4-46DF-9754-BCDDFF545647}" destId="{CEC670AE-F043-4B48-B702-AF6AF08CE964}" srcOrd="7" destOrd="0" presId="urn:microsoft.com/office/officeart/2008/layout/LinedList"/>
    <dgm:cxn modelId="{964C6D8D-CE30-49D9-8754-74FF53D89E47}" type="presParOf" srcId="{CEC670AE-F043-4B48-B702-AF6AF08CE964}" destId="{42C30A3E-28A9-429D-8F60-7271AEA916F8}" srcOrd="0" destOrd="0" presId="urn:microsoft.com/office/officeart/2008/layout/LinedList"/>
    <dgm:cxn modelId="{83C0D73C-C478-4013-99C8-DC841CD1A3A0}" type="presParOf" srcId="{CEC670AE-F043-4B48-B702-AF6AF08CE964}" destId="{ECFE16D6-AA83-4B11-ABA8-704588C60666}" srcOrd="1" destOrd="0" presId="urn:microsoft.com/office/officeart/2008/layout/LinedList"/>
    <dgm:cxn modelId="{FA79FAF5-328C-4B13-ACE4-B0EFEFD2E52B}" type="presParOf" srcId="{16A4D7A6-CCC4-46DF-9754-BCDDFF545647}" destId="{F172999B-CBCF-4E84-AB6C-433C434652B1}" srcOrd="8" destOrd="0" presId="urn:microsoft.com/office/officeart/2008/layout/LinedList"/>
    <dgm:cxn modelId="{F76F8A3F-6BAD-4A89-B953-1A772812E232}" type="presParOf" srcId="{16A4D7A6-CCC4-46DF-9754-BCDDFF545647}" destId="{A00D4987-E7E6-412B-944D-C533ADF9F6C8}" srcOrd="9" destOrd="0" presId="urn:microsoft.com/office/officeart/2008/layout/LinedList"/>
    <dgm:cxn modelId="{4663E378-64AF-47D5-B4B7-612D3AE2E6F7}" type="presParOf" srcId="{A00D4987-E7E6-412B-944D-C533ADF9F6C8}" destId="{178F9617-1ECC-4D4B-BDDB-79A31F1D5554}" srcOrd="0" destOrd="0" presId="urn:microsoft.com/office/officeart/2008/layout/LinedList"/>
    <dgm:cxn modelId="{E12FFFE0-0F28-4E7C-BCAA-14EF6D3E0663}" type="presParOf" srcId="{A00D4987-E7E6-412B-944D-C533ADF9F6C8}" destId="{7AFF3068-AB2B-4F94-A9E5-ADF5F2A7AB78}" srcOrd="1" destOrd="0" presId="urn:microsoft.com/office/officeart/2008/layout/LinedList"/>
    <dgm:cxn modelId="{B20803A4-A962-4D81-A32C-D4309846A3D0}" type="presParOf" srcId="{16A4D7A6-CCC4-46DF-9754-BCDDFF545647}" destId="{12207EB9-06CE-4763-B8A6-ACD7843DC888}" srcOrd="10" destOrd="0" presId="urn:microsoft.com/office/officeart/2008/layout/LinedList"/>
    <dgm:cxn modelId="{CF5D6744-14E9-4E62-9CA7-C297BD13E0C1}" type="presParOf" srcId="{16A4D7A6-CCC4-46DF-9754-BCDDFF545647}" destId="{A072BD3B-0765-4524-960B-42E355A4CBE5}" srcOrd="11" destOrd="0" presId="urn:microsoft.com/office/officeart/2008/layout/LinedList"/>
    <dgm:cxn modelId="{24A35112-D34D-497B-815E-0ACBB2662B2F}" type="presParOf" srcId="{A072BD3B-0765-4524-960B-42E355A4CBE5}" destId="{70F73029-5233-4132-BC01-89EE6C38E8E3}" srcOrd="0" destOrd="0" presId="urn:microsoft.com/office/officeart/2008/layout/LinedList"/>
    <dgm:cxn modelId="{01BE6179-5F3A-4DC2-BDDC-075B5AB54D01}" type="presParOf" srcId="{A072BD3B-0765-4524-960B-42E355A4CBE5}" destId="{7B9786E0-7F79-47A7-B7E2-B48DFA3C4133}" srcOrd="1" destOrd="0" presId="urn:microsoft.com/office/officeart/2008/layout/LinedList"/>
    <dgm:cxn modelId="{9B4526C3-362D-46B3-AD98-91F29E967E7B}" type="presParOf" srcId="{16A4D7A6-CCC4-46DF-9754-BCDDFF545647}" destId="{AC5FC2CB-F7F7-44FC-8FAC-8721A03FF58E}" srcOrd="12" destOrd="0" presId="urn:microsoft.com/office/officeart/2008/layout/LinedList"/>
    <dgm:cxn modelId="{227B6B30-1193-4FE3-A04E-3BF2E825DFF7}" type="presParOf" srcId="{16A4D7A6-CCC4-46DF-9754-BCDDFF545647}" destId="{1D546BFD-1671-4ABD-8857-3D14307AC6C9}" srcOrd="13" destOrd="0" presId="urn:microsoft.com/office/officeart/2008/layout/LinedList"/>
    <dgm:cxn modelId="{821E3CF8-14A9-45C3-9EAD-773A8D6004B2}" type="presParOf" srcId="{1D546BFD-1671-4ABD-8857-3D14307AC6C9}" destId="{57AD1B85-C95B-4A54-BDB6-6C6A755C4AE8}" srcOrd="0" destOrd="0" presId="urn:microsoft.com/office/officeart/2008/layout/LinedList"/>
    <dgm:cxn modelId="{19625E70-740E-4A16-B083-DD4333B648EF}" type="presParOf" srcId="{1D546BFD-1671-4ABD-8857-3D14307AC6C9}" destId="{9E54FF9A-496C-42F4-A81C-1C67F0EB3B58}" srcOrd="1" destOrd="0" presId="urn:microsoft.com/office/officeart/2008/layout/LinedList"/>
    <dgm:cxn modelId="{4AAA29B1-CE59-410F-BBD0-2A4041A72782}" type="presParOf" srcId="{16A4D7A6-CCC4-46DF-9754-BCDDFF545647}" destId="{D165BDD2-B9AA-4253-BF88-59304FC695C4}" srcOrd="14" destOrd="0" presId="urn:microsoft.com/office/officeart/2008/layout/LinedList"/>
    <dgm:cxn modelId="{8DEE144A-B522-45C8-A61C-7434AE427EFD}" type="presParOf" srcId="{16A4D7A6-CCC4-46DF-9754-BCDDFF545647}" destId="{CCC427EF-4B8C-4D7A-BBAF-59B32640FD31}" srcOrd="15" destOrd="0" presId="urn:microsoft.com/office/officeart/2008/layout/LinedList"/>
    <dgm:cxn modelId="{511773E5-AEDB-417D-91F7-07730A90354A}" type="presParOf" srcId="{CCC427EF-4B8C-4D7A-BBAF-59B32640FD31}" destId="{51BACDAA-6B5D-49DE-8C86-DBB71516C7A9}" srcOrd="0" destOrd="0" presId="urn:microsoft.com/office/officeart/2008/layout/LinedList"/>
    <dgm:cxn modelId="{2CE39302-FF9E-4619-9F99-A675ECB7F5A3}" type="presParOf" srcId="{CCC427EF-4B8C-4D7A-BBAF-59B32640FD31}" destId="{0D2041F3-416E-444D-9C32-2FFC891BF0D6}" srcOrd="1" destOrd="0" presId="urn:microsoft.com/office/officeart/2008/layout/LinedList"/>
    <dgm:cxn modelId="{66666CDD-74A5-476C-9732-30834FF7BE47}" type="presParOf" srcId="{16A4D7A6-CCC4-46DF-9754-BCDDFF545647}" destId="{CF70A836-1006-4207-93C8-D8E9AF7B95B5}" srcOrd="16" destOrd="0" presId="urn:microsoft.com/office/officeart/2008/layout/LinedList"/>
    <dgm:cxn modelId="{D43B3369-81A8-429C-80D0-644467502184}" type="presParOf" srcId="{16A4D7A6-CCC4-46DF-9754-BCDDFF545647}" destId="{C8D33100-68EE-4443-85AA-754F79D88173}" srcOrd="17" destOrd="0" presId="urn:microsoft.com/office/officeart/2008/layout/LinedList"/>
    <dgm:cxn modelId="{83CC52AD-9C63-43E9-A61F-CBA3D074271B}" type="presParOf" srcId="{C8D33100-68EE-4443-85AA-754F79D88173}" destId="{2B70572E-A80C-4C91-A76B-F346B86FC0FA}" srcOrd="0" destOrd="0" presId="urn:microsoft.com/office/officeart/2008/layout/LinedList"/>
    <dgm:cxn modelId="{2DFBBC20-ED8A-4ADF-A7CD-75410EE260EC}" type="presParOf" srcId="{C8D33100-68EE-4443-85AA-754F79D88173}" destId="{3CE86FD5-83C0-455C-8DAF-6D21954C757C}" srcOrd="1" destOrd="0" presId="urn:microsoft.com/office/officeart/2008/layout/LinedList"/>
    <dgm:cxn modelId="{93515344-94E0-4E45-9831-81CA3DF8EE89}" type="presParOf" srcId="{16A4D7A6-CCC4-46DF-9754-BCDDFF545647}" destId="{D205C6B0-0CC1-4C18-A70F-B947AF177780}" srcOrd="18" destOrd="0" presId="urn:microsoft.com/office/officeart/2008/layout/LinedList"/>
    <dgm:cxn modelId="{CD584BC2-8E61-48DB-B4EB-69CBE5101746}" type="presParOf" srcId="{16A4D7A6-CCC4-46DF-9754-BCDDFF545647}" destId="{A2D9B952-B13B-4251-8DE8-6DB5DAAFE9CE}" srcOrd="19" destOrd="0" presId="urn:microsoft.com/office/officeart/2008/layout/LinedList"/>
    <dgm:cxn modelId="{4D87671C-E957-48EF-9EF8-6DF2AB096419}" type="presParOf" srcId="{A2D9B952-B13B-4251-8DE8-6DB5DAAFE9CE}" destId="{B561691F-AC23-4673-8E3B-429A97BBB31D}" srcOrd="0" destOrd="0" presId="urn:microsoft.com/office/officeart/2008/layout/LinedList"/>
    <dgm:cxn modelId="{A0E1B678-EAC9-471C-B389-8C774A519721}" type="presParOf" srcId="{A2D9B952-B13B-4251-8DE8-6DB5DAAFE9CE}" destId="{B9B7F02B-51BC-440A-B425-74B652417887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84449B57-4434-45B6-8E85-E95937FBF6ED}" type="doc">
      <dgm:prSet loTypeId="urn:microsoft.com/office/officeart/2005/8/layout/vList2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8C92FECE-EEEF-4E54-ADAA-80C8F57DE6D5}">
      <dgm:prSet/>
      <dgm:spPr/>
      <dgm:t>
        <a:bodyPr/>
        <a:lstStyle/>
        <a:p>
          <a:r>
            <a:rPr lang="en-US"/>
            <a:t>- Recepção e armazenamento em nuvem</a:t>
          </a:r>
        </a:p>
      </dgm:t>
    </dgm:pt>
    <dgm:pt modelId="{34655399-ACE5-42C3-B154-0F5453186BFD}" type="parTrans" cxnId="{E01801D3-3A9E-4DF0-B878-3145634FE7FA}">
      <dgm:prSet/>
      <dgm:spPr/>
      <dgm:t>
        <a:bodyPr/>
        <a:lstStyle/>
        <a:p>
          <a:endParaRPr lang="en-US"/>
        </a:p>
      </dgm:t>
    </dgm:pt>
    <dgm:pt modelId="{D1A335E4-8A0C-42BD-8D2A-190A6F635B3C}" type="sibTrans" cxnId="{E01801D3-3A9E-4DF0-B878-3145634FE7FA}">
      <dgm:prSet/>
      <dgm:spPr/>
      <dgm:t>
        <a:bodyPr/>
        <a:lstStyle/>
        <a:p>
          <a:endParaRPr lang="en-US"/>
        </a:p>
      </dgm:t>
    </dgm:pt>
    <dgm:pt modelId="{9E7D37DE-57E5-4C32-9C64-5D626DEA19A4}">
      <dgm:prSet/>
      <dgm:spPr/>
      <dgm:t>
        <a:bodyPr/>
        <a:lstStyle/>
        <a:p>
          <a:r>
            <a:rPr lang="en-US"/>
            <a:t>- Visualização de dados em tempo real</a:t>
          </a:r>
        </a:p>
      </dgm:t>
    </dgm:pt>
    <dgm:pt modelId="{179355AB-65F8-473A-853D-4C86E4A46008}" type="parTrans" cxnId="{4CFD493A-C6B0-4C71-9C82-CC6ADDA9359B}">
      <dgm:prSet/>
      <dgm:spPr/>
      <dgm:t>
        <a:bodyPr/>
        <a:lstStyle/>
        <a:p>
          <a:endParaRPr lang="en-US"/>
        </a:p>
      </dgm:t>
    </dgm:pt>
    <dgm:pt modelId="{344244B1-269E-4E93-98D8-221388766B19}" type="sibTrans" cxnId="{4CFD493A-C6B0-4C71-9C82-CC6ADDA9359B}">
      <dgm:prSet/>
      <dgm:spPr/>
      <dgm:t>
        <a:bodyPr/>
        <a:lstStyle/>
        <a:p>
          <a:endParaRPr lang="en-US"/>
        </a:p>
      </dgm:t>
    </dgm:pt>
    <dgm:pt modelId="{322396EC-58C8-473B-B325-955C05A2B24B}">
      <dgm:prSet/>
      <dgm:spPr/>
      <dgm:t>
        <a:bodyPr/>
        <a:lstStyle/>
        <a:p>
          <a:r>
            <a:rPr lang="en-US"/>
            <a:t>- Histórico de medições</a:t>
          </a:r>
        </a:p>
      </dgm:t>
    </dgm:pt>
    <dgm:pt modelId="{42FB09BC-812C-4B2B-8693-1A04BCE5E580}" type="parTrans" cxnId="{797C538D-213E-42C0-8B06-DD3F0C783CD1}">
      <dgm:prSet/>
      <dgm:spPr/>
      <dgm:t>
        <a:bodyPr/>
        <a:lstStyle/>
        <a:p>
          <a:endParaRPr lang="en-US"/>
        </a:p>
      </dgm:t>
    </dgm:pt>
    <dgm:pt modelId="{AC822319-8C7B-4463-A62C-D5C17D99730D}" type="sibTrans" cxnId="{797C538D-213E-42C0-8B06-DD3F0C783CD1}">
      <dgm:prSet/>
      <dgm:spPr/>
      <dgm:t>
        <a:bodyPr/>
        <a:lstStyle/>
        <a:p>
          <a:endParaRPr lang="en-US"/>
        </a:p>
      </dgm:t>
    </dgm:pt>
    <dgm:pt modelId="{4A5F3E39-257C-4196-BAE6-D8C7A7C96D60}" type="pres">
      <dgm:prSet presAssocID="{84449B57-4434-45B6-8E85-E95937FBF6ED}" presName="linear" presStyleCnt="0">
        <dgm:presLayoutVars>
          <dgm:animLvl val="lvl"/>
          <dgm:resizeHandles val="exact"/>
        </dgm:presLayoutVars>
      </dgm:prSet>
      <dgm:spPr/>
    </dgm:pt>
    <dgm:pt modelId="{A89CCAF9-1AF9-4BBE-BA0A-9C85A0630B0A}" type="pres">
      <dgm:prSet presAssocID="{8C92FECE-EEEF-4E54-ADAA-80C8F57DE6D5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3A1B5E35-19F0-4281-9B57-7124C98FCDE9}" type="pres">
      <dgm:prSet presAssocID="{D1A335E4-8A0C-42BD-8D2A-190A6F635B3C}" presName="spacer" presStyleCnt="0"/>
      <dgm:spPr/>
    </dgm:pt>
    <dgm:pt modelId="{914D5B57-5C00-464D-A218-530A36464CC7}" type="pres">
      <dgm:prSet presAssocID="{9E7D37DE-57E5-4C32-9C64-5D626DEA19A4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4E078B6F-3AAE-48E9-8BF4-102635DFB183}" type="pres">
      <dgm:prSet presAssocID="{344244B1-269E-4E93-98D8-221388766B19}" presName="spacer" presStyleCnt="0"/>
      <dgm:spPr/>
    </dgm:pt>
    <dgm:pt modelId="{B94E51C5-BE1C-43BF-A9DF-2AA65679E754}" type="pres">
      <dgm:prSet presAssocID="{322396EC-58C8-473B-B325-955C05A2B24B}" presName="parentText" presStyleLbl="node1" presStyleIdx="2" presStyleCnt="3">
        <dgm:presLayoutVars>
          <dgm:chMax val="0"/>
          <dgm:bulletEnabled val="1"/>
        </dgm:presLayoutVars>
      </dgm:prSet>
      <dgm:spPr/>
    </dgm:pt>
  </dgm:ptLst>
  <dgm:cxnLst>
    <dgm:cxn modelId="{89168801-20D7-4B41-AE13-6267D49F6089}" type="presOf" srcId="{84449B57-4434-45B6-8E85-E95937FBF6ED}" destId="{4A5F3E39-257C-4196-BAE6-D8C7A7C96D60}" srcOrd="0" destOrd="0" presId="urn:microsoft.com/office/officeart/2005/8/layout/vList2"/>
    <dgm:cxn modelId="{6BCF4A10-8221-48A7-BFC1-37A85646F4CC}" type="presOf" srcId="{8C92FECE-EEEF-4E54-ADAA-80C8F57DE6D5}" destId="{A89CCAF9-1AF9-4BBE-BA0A-9C85A0630B0A}" srcOrd="0" destOrd="0" presId="urn:microsoft.com/office/officeart/2005/8/layout/vList2"/>
    <dgm:cxn modelId="{4CFD493A-C6B0-4C71-9C82-CC6ADDA9359B}" srcId="{84449B57-4434-45B6-8E85-E95937FBF6ED}" destId="{9E7D37DE-57E5-4C32-9C64-5D626DEA19A4}" srcOrd="1" destOrd="0" parTransId="{179355AB-65F8-473A-853D-4C86E4A46008}" sibTransId="{344244B1-269E-4E93-98D8-221388766B19}"/>
    <dgm:cxn modelId="{797C538D-213E-42C0-8B06-DD3F0C783CD1}" srcId="{84449B57-4434-45B6-8E85-E95937FBF6ED}" destId="{322396EC-58C8-473B-B325-955C05A2B24B}" srcOrd="2" destOrd="0" parTransId="{42FB09BC-812C-4B2B-8693-1A04BCE5E580}" sibTransId="{AC822319-8C7B-4463-A62C-D5C17D99730D}"/>
    <dgm:cxn modelId="{E7AA039C-857C-412B-A504-F458BC2BB204}" type="presOf" srcId="{322396EC-58C8-473B-B325-955C05A2B24B}" destId="{B94E51C5-BE1C-43BF-A9DF-2AA65679E754}" srcOrd="0" destOrd="0" presId="urn:microsoft.com/office/officeart/2005/8/layout/vList2"/>
    <dgm:cxn modelId="{E01801D3-3A9E-4DF0-B878-3145634FE7FA}" srcId="{84449B57-4434-45B6-8E85-E95937FBF6ED}" destId="{8C92FECE-EEEF-4E54-ADAA-80C8F57DE6D5}" srcOrd="0" destOrd="0" parTransId="{34655399-ACE5-42C3-B154-0F5453186BFD}" sibTransId="{D1A335E4-8A0C-42BD-8D2A-190A6F635B3C}"/>
    <dgm:cxn modelId="{DD846DFA-134A-4535-9BF3-3AB13BD4FB8F}" type="presOf" srcId="{9E7D37DE-57E5-4C32-9C64-5D626DEA19A4}" destId="{914D5B57-5C00-464D-A218-530A36464CC7}" srcOrd="0" destOrd="0" presId="urn:microsoft.com/office/officeart/2005/8/layout/vList2"/>
    <dgm:cxn modelId="{202F3175-0F9B-4079-AB89-4EB85E85A63F}" type="presParOf" srcId="{4A5F3E39-257C-4196-BAE6-D8C7A7C96D60}" destId="{A89CCAF9-1AF9-4BBE-BA0A-9C85A0630B0A}" srcOrd="0" destOrd="0" presId="urn:microsoft.com/office/officeart/2005/8/layout/vList2"/>
    <dgm:cxn modelId="{B926C7E7-00D0-4980-ADE6-7FAEC4C4A06B}" type="presParOf" srcId="{4A5F3E39-257C-4196-BAE6-D8C7A7C96D60}" destId="{3A1B5E35-19F0-4281-9B57-7124C98FCDE9}" srcOrd="1" destOrd="0" presId="urn:microsoft.com/office/officeart/2005/8/layout/vList2"/>
    <dgm:cxn modelId="{A1C1A70D-70B8-4CBA-9F4D-54EC2D0C652D}" type="presParOf" srcId="{4A5F3E39-257C-4196-BAE6-D8C7A7C96D60}" destId="{914D5B57-5C00-464D-A218-530A36464CC7}" srcOrd="2" destOrd="0" presId="urn:microsoft.com/office/officeart/2005/8/layout/vList2"/>
    <dgm:cxn modelId="{77FA7307-1453-49EF-A83B-036634667423}" type="presParOf" srcId="{4A5F3E39-257C-4196-BAE6-D8C7A7C96D60}" destId="{4E078B6F-3AAE-48E9-8BF4-102635DFB183}" srcOrd="3" destOrd="0" presId="urn:microsoft.com/office/officeart/2005/8/layout/vList2"/>
    <dgm:cxn modelId="{25665D3A-EDCD-4159-BAA0-8749BD3FB9CB}" type="presParOf" srcId="{4A5F3E39-257C-4196-BAE6-D8C7A7C96D60}" destId="{B94E51C5-BE1C-43BF-A9DF-2AA65679E754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9F4C6DC9-C8C7-4446-9F89-F937340F5857}" type="doc">
      <dgm:prSet loTypeId="urn:microsoft.com/office/officeart/2005/8/layout/vList2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01C2A32F-B78B-47CA-AFEB-73B6BFA12045}">
      <dgm:prSet/>
      <dgm:spPr/>
      <dgm:t>
        <a:bodyPr/>
        <a:lstStyle/>
        <a:p>
          <a:r>
            <a:rPr lang="en-US"/>
            <a:t>- Operação: -10 °C a 50 °C</a:t>
          </a:r>
        </a:p>
      </dgm:t>
    </dgm:pt>
    <dgm:pt modelId="{6C34937B-D4D6-4BA5-ACD5-6780FBE8608B}" type="parTrans" cxnId="{DA3F6F10-7FC6-449A-A050-D425722CC7CD}">
      <dgm:prSet/>
      <dgm:spPr/>
      <dgm:t>
        <a:bodyPr/>
        <a:lstStyle/>
        <a:p>
          <a:endParaRPr lang="en-US"/>
        </a:p>
      </dgm:t>
    </dgm:pt>
    <dgm:pt modelId="{5B13662C-55ED-4EAF-B4AE-E9EB6F77B893}" type="sibTrans" cxnId="{DA3F6F10-7FC6-449A-A050-D425722CC7CD}">
      <dgm:prSet/>
      <dgm:spPr/>
      <dgm:t>
        <a:bodyPr/>
        <a:lstStyle/>
        <a:p>
          <a:endParaRPr lang="en-US"/>
        </a:p>
      </dgm:t>
    </dgm:pt>
    <dgm:pt modelId="{B039172E-50AC-43FA-892A-9A8166C9C3B1}">
      <dgm:prSet/>
      <dgm:spPr/>
      <dgm:t>
        <a:bodyPr/>
        <a:lstStyle/>
        <a:p>
          <a:r>
            <a:rPr lang="en-US"/>
            <a:t>- Autonomia: 8 horas com power bank</a:t>
          </a:r>
        </a:p>
      </dgm:t>
    </dgm:pt>
    <dgm:pt modelId="{C22D38D9-EFED-48BF-8D97-E75EDC0FC479}" type="parTrans" cxnId="{F8809756-987E-4A77-AFB3-DD58A3F2425B}">
      <dgm:prSet/>
      <dgm:spPr/>
      <dgm:t>
        <a:bodyPr/>
        <a:lstStyle/>
        <a:p>
          <a:endParaRPr lang="en-US"/>
        </a:p>
      </dgm:t>
    </dgm:pt>
    <dgm:pt modelId="{9CBE712C-F52D-481B-9448-715E212A79C9}" type="sibTrans" cxnId="{F8809756-987E-4A77-AFB3-DD58A3F2425B}">
      <dgm:prSet/>
      <dgm:spPr/>
      <dgm:t>
        <a:bodyPr/>
        <a:lstStyle/>
        <a:p>
          <a:endParaRPr lang="en-US"/>
        </a:p>
      </dgm:t>
    </dgm:pt>
    <dgm:pt modelId="{E09D69BC-5294-4CB2-8AE5-6307A2BF91F4}" type="pres">
      <dgm:prSet presAssocID="{9F4C6DC9-C8C7-4446-9F89-F937340F5857}" presName="linear" presStyleCnt="0">
        <dgm:presLayoutVars>
          <dgm:animLvl val="lvl"/>
          <dgm:resizeHandles val="exact"/>
        </dgm:presLayoutVars>
      </dgm:prSet>
      <dgm:spPr/>
    </dgm:pt>
    <dgm:pt modelId="{93472008-28AA-4F96-ACCB-2FC7C1EBDE0F}" type="pres">
      <dgm:prSet presAssocID="{01C2A32F-B78B-47CA-AFEB-73B6BFA12045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AD592DBE-C623-4D9F-BB33-A13906F6C0CD}" type="pres">
      <dgm:prSet presAssocID="{5B13662C-55ED-4EAF-B4AE-E9EB6F77B893}" presName="spacer" presStyleCnt="0"/>
      <dgm:spPr/>
    </dgm:pt>
    <dgm:pt modelId="{9CFEF850-5BE8-4396-8996-DE0A83DBF9EC}" type="pres">
      <dgm:prSet presAssocID="{B039172E-50AC-43FA-892A-9A8166C9C3B1}" presName="parentText" presStyleLbl="node1" presStyleIdx="1" presStyleCnt="2">
        <dgm:presLayoutVars>
          <dgm:chMax val="0"/>
          <dgm:bulletEnabled val="1"/>
        </dgm:presLayoutVars>
      </dgm:prSet>
      <dgm:spPr/>
    </dgm:pt>
  </dgm:ptLst>
  <dgm:cxnLst>
    <dgm:cxn modelId="{54E0A904-2CD7-41E3-8082-F81985E7ADEC}" type="presOf" srcId="{B039172E-50AC-43FA-892A-9A8166C9C3B1}" destId="{9CFEF850-5BE8-4396-8996-DE0A83DBF9EC}" srcOrd="0" destOrd="0" presId="urn:microsoft.com/office/officeart/2005/8/layout/vList2"/>
    <dgm:cxn modelId="{DA3F6F10-7FC6-449A-A050-D425722CC7CD}" srcId="{9F4C6DC9-C8C7-4446-9F89-F937340F5857}" destId="{01C2A32F-B78B-47CA-AFEB-73B6BFA12045}" srcOrd="0" destOrd="0" parTransId="{6C34937B-D4D6-4BA5-ACD5-6780FBE8608B}" sibTransId="{5B13662C-55ED-4EAF-B4AE-E9EB6F77B893}"/>
    <dgm:cxn modelId="{6222971B-B5AF-4E6A-8A02-E46F2D498A99}" type="presOf" srcId="{9F4C6DC9-C8C7-4446-9F89-F937340F5857}" destId="{E09D69BC-5294-4CB2-8AE5-6307A2BF91F4}" srcOrd="0" destOrd="0" presId="urn:microsoft.com/office/officeart/2005/8/layout/vList2"/>
    <dgm:cxn modelId="{F8809756-987E-4A77-AFB3-DD58A3F2425B}" srcId="{9F4C6DC9-C8C7-4446-9F89-F937340F5857}" destId="{B039172E-50AC-43FA-892A-9A8166C9C3B1}" srcOrd="1" destOrd="0" parTransId="{C22D38D9-EFED-48BF-8D97-E75EDC0FC479}" sibTransId="{9CBE712C-F52D-481B-9448-715E212A79C9}"/>
    <dgm:cxn modelId="{6B591497-AAB7-4323-88AE-AD9943422ABD}" type="presOf" srcId="{01C2A32F-B78B-47CA-AFEB-73B6BFA12045}" destId="{93472008-28AA-4F96-ACCB-2FC7C1EBDE0F}" srcOrd="0" destOrd="0" presId="urn:microsoft.com/office/officeart/2005/8/layout/vList2"/>
    <dgm:cxn modelId="{1F0941D4-55E0-4504-9A02-9045C9861B82}" type="presParOf" srcId="{E09D69BC-5294-4CB2-8AE5-6307A2BF91F4}" destId="{93472008-28AA-4F96-ACCB-2FC7C1EBDE0F}" srcOrd="0" destOrd="0" presId="urn:microsoft.com/office/officeart/2005/8/layout/vList2"/>
    <dgm:cxn modelId="{35479ECD-1AE8-4FD1-B419-E745607D0974}" type="presParOf" srcId="{E09D69BC-5294-4CB2-8AE5-6307A2BF91F4}" destId="{AD592DBE-C623-4D9F-BB33-A13906F6C0CD}" srcOrd="1" destOrd="0" presId="urn:microsoft.com/office/officeart/2005/8/layout/vList2"/>
    <dgm:cxn modelId="{8EF08F03-BDF0-491C-B675-A1883684FF12}" type="presParOf" srcId="{E09D69BC-5294-4CB2-8AE5-6307A2BF91F4}" destId="{9CFEF850-5BE8-4396-8996-DE0A83DBF9EC}" srcOrd="2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3D1241CC-52A5-4DD5-B335-9585F13B707F}" type="doc">
      <dgm:prSet loTypeId="urn:microsoft.com/office/officeart/2005/8/layout/vList2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1BE3E41B-E004-4FC2-B52E-B1F232B9B42D}">
      <dgm:prSet/>
      <dgm:spPr/>
      <dgm:t>
        <a:bodyPr/>
        <a:lstStyle/>
        <a:p>
          <a:r>
            <a:rPr lang="en-US"/>
            <a:t>- Operar 24h enviando e registrando dados sem falhas</a:t>
          </a:r>
        </a:p>
      </dgm:t>
    </dgm:pt>
    <dgm:pt modelId="{C0A41864-9C26-4A3D-84B0-1075567BCF8C}" type="parTrans" cxnId="{9C3AA104-E791-4AB4-BB4B-B5DDDBFF2801}">
      <dgm:prSet/>
      <dgm:spPr/>
      <dgm:t>
        <a:bodyPr/>
        <a:lstStyle/>
        <a:p>
          <a:endParaRPr lang="en-US"/>
        </a:p>
      </dgm:t>
    </dgm:pt>
    <dgm:pt modelId="{F4B6C137-24C2-4148-8644-D2AAC567CEE4}" type="sibTrans" cxnId="{9C3AA104-E791-4AB4-BB4B-B5DDDBFF2801}">
      <dgm:prSet/>
      <dgm:spPr/>
      <dgm:t>
        <a:bodyPr/>
        <a:lstStyle/>
        <a:p>
          <a:endParaRPr lang="en-US"/>
        </a:p>
      </dgm:t>
    </dgm:pt>
    <dgm:pt modelId="{40A856A7-025C-47B5-B859-CEB2C5A758DD}">
      <dgm:prSet/>
      <dgm:spPr/>
      <dgm:t>
        <a:bodyPr/>
        <a:lstStyle/>
        <a:p>
          <a:r>
            <a:rPr lang="en-US"/>
            <a:t>- Detectar corretamente presença e gases</a:t>
          </a:r>
        </a:p>
      </dgm:t>
    </dgm:pt>
    <dgm:pt modelId="{51640734-C394-4FD9-AAA8-13D07837EC1D}" type="parTrans" cxnId="{88E0E92F-EE4F-4F7B-ADA3-FDA0226BCDFB}">
      <dgm:prSet/>
      <dgm:spPr/>
      <dgm:t>
        <a:bodyPr/>
        <a:lstStyle/>
        <a:p>
          <a:endParaRPr lang="en-US"/>
        </a:p>
      </dgm:t>
    </dgm:pt>
    <dgm:pt modelId="{901BF2BC-E3F2-4D95-88A7-999F1098914E}" type="sibTrans" cxnId="{88E0E92F-EE4F-4F7B-ADA3-FDA0226BCDFB}">
      <dgm:prSet/>
      <dgm:spPr/>
      <dgm:t>
        <a:bodyPr/>
        <a:lstStyle/>
        <a:p>
          <a:endParaRPr lang="en-US"/>
        </a:p>
      </dgm:t>
    </dgm:pt>
    <dgm:pt modelId="{88942B34-2108-4124-8702-F34A27B2DE71}">
      <dgm:prSet/>
      <dgm:spPr/>
      <dgm:t>
        <a:bodyPr/>
        <a:lstStyle/>
        <a:p>
          <a:r>
            <a:rPr lang="en-US"/>
            <a:t>- Acionar alarmes em situações de risco</a:t>
          </a:r>
        </a:p>
      </dgm:t>
    </dgm:pt>
    <dgm:pt modelId="{5F7486AE-B13E-4011-8C79-E3B2D8EFF019}" type="parTrans" cxnId="{86F94D7B-F073-4E60-9F50-8348C0975232}">
      <dgm:prSet/>
      <dgm:spPr/>
      <dgm:t>
        <a:bodyPr/>
        <a:lstStyle/>
        <a:p>
          <a:endParaRPr lang="en-US"/>
        </a:p>
      </dgm:t>
    </dgm:pt>
    <dgm:pt modelId="{E0058F4F-C12D-45B8-B234-F8292AAC777C}" type="sibTrans" cxnId="{86F94D7B-F073-4E60-9F50-8348C0975232}">
      <dgm:prSet/>
      <dgm:spPr/>
      <dgm:t>
        <a:bodyPr/>
        <a:lstStyle/>
        <a:p>
          <a:endParaRPr lang="en-US"/>
        </a:p>
      </dgm:t>
    </dgm:pt>
    <dgm:pt modelId="{10BC88B8-4384-4713-B5F4-53D5B8501144}">
      <dgm:prSet/>
      <dgm:spPr/>
      <dgm:t>
        <a:bodyPr/>
        <a:lstStyle/>
        <a:p>
          <a:r>
            <a:rPr lang="en-US"/>
            <a:t>- Comunicação com plataforma IoT</a:t>
          </a:r>
        </a:p>
      </dgm:t>
    </dgm:pt>
    <dgm:pt modelId="{D87313CB-F38A-4C0B-B6C4-58520BD970F5}" type="parTrans" cxnId="{528155FB-A5BB-49BF-B639-C12A1349D91A}">
      <dgm:prSet/>
      <dgm:spPr/>
      <dgm:t>
        <a:bodyPr/>
        <a:lstStyle/>
        <a:p>
          <a:endParaRPr lang="en-US"/>
        </a:p>
      </dgm:t>
    </dgm:pt>
    <dgm:pt modelId="{4FDDCBF5-1ADF-445A-9D73-0447E7BCE408}" type="sibTrans" cxnId="{528155FB-A5BB-49BF-B639-C12A1349D91A}">
      <dgm:prSet/>
      <dgm:spPr/>
      <dgm:t>
        <a:bodyPr/>
        <a:lstStyle/>
        <a:p>
          <a:endParaRPr lang="en-US"/>
        </a:p>
      </dgm:t>
    </dgm:pt>
    <dgm:pt modelId="{11D7CF63-969E-4E82-8A24-560F8B0DA121}" type="pres">
      <dgm:prSet presAssocID="{3D1241CC-52A5-4DD5-B335-9585F13B707F}" presName="linear" presStyleCnt="0">
        <dgm:presLayoutVars>
          <dgm:animLvl val="lvl"/>
          <dgm:resizeHandles val="exact"/>
        </dgm:presLayoutVars>
      </dgm:prSet>
      <dgm:spPr/>
    </dgm:pt>
    <dgm:pt modelId="{930FFA62-12F0-41AE-BBE7-B964757E2F5F}" type="pres">
      <dgm:prSet presAssocID="{1BE3E41B-E004-4FC2-B52E-B1F232B9B42D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521B1617-0994-4C6C-9B4A-F54811D91081}" type="pres">
      <dgm:prSet presAssocID="{F4B6C137-24C2-4148-8644-D2AAC567CEE4}" presName="spacer" presStyleCnt="0"/>
      <dgm:spPr/>
    </dgm:pt>
    <dgm:pt modelId="{08346749-3814-4025-8E2B-B5C2DBFCF0D3}" type="pres">
      <dgm:prSet presAssocID="{40A856A7-025C-47B5-B859-CEB2C5A758DD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D789FDBB-12AD-42C9-B743-E09389814F42}" type="pres">
      <dgm:prSet presAssocID="{901BF2BC-E3F2-4D95-88A7-999F1098914E}" presName="spacer" presStyleCnt="0"/>
      <dgm:spPr/>
    </dgm:pt>
    <dgm:pt modelId="{4D46A582-DD46-4653-8DEA-039D79EC8DE1}" type="pres">
      <dgm:prSet presAssocID="{88942B34-2108-4124-8702-F34A27B2DE71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6B5CB9A8-0B05-407C-9DB7-8ABD6156C8E4}" type="pres">
      <dgm:prSet presAssocID="{E0058F4F-C12D-45B8-B234-F8292AAC777C}" presName="spacer" presStyleCnt="0"/>
      <dgm:spPr/>
    </dgm:pt>
    <dgm:pt modelId="{E9B0B745-AA41-4FBA-B3CF-5F8807EC9911}" type="pres">
      <dgm:prSet presAssocID="{10BC88B8-4384-4713-B5F4-53D5B8501144}" presName="parentText" presStyleLbl="node1" presStyleIdx="3" presStyleCnt="4">
        <dgm:presLayoutVars>
          <dgm:chMax val="0"/>
          <dgm:bulletEnabled val="1"/>
        </dgm:presLayoutVars>
      </dgm:prSet>
      <dgm:spPr/>
    </dgm:pt>
  </dgm:ptLst>
  <dgm:cxnLst>
    <dgm:cxn modelId="{9C3AA104-E791-4AB4-BB4B-B5DDDBFF2801}" srcId="{3D1241CC-52A5-4DD5-B335-9585F13B707F}" destId="{1BE3E41B-E004-4FC2-B52E-B1F232B9B42D}" srcOrd="0" destOrd="0" parTransId="{C0A41864-9C26-4A3D-84B0-1075567BCF8C}" sibTransId="{F4B6C137-24C2-4148-8644-D2AAC567CEE4}"/>
    <dgm:cxn modelId="{88E0E92F-EE4F-4F7B-ADA3-FDA0226BCDFB}" srcId="{3D1241CC-52A5-4DD5-B335-9585F13B707F}" destId="{40A856A7-025C-47B5-B859-CEB2C5A758DD}" srcOrd="1" destOrd="0" parTransId="{51640734-C394-4FD9-AAA8-13D07837EC1D}" sibTransId="{901BF2BC-E3F2-4D95-88A7-999F1098914E}"/>
    <dgm:cxn modelId="{1BA0A25C-F8D9-45CC-84DD-65AECCAAA84D}" type="presOf" srcId="{40A856A7-025C-47B5-B859-CEB2C5A758DD}" destId="{08346749-3814-4025-8E2B-B5C2DBFCF0D3}" srcOrd="0" destOrd="0" presId="urn:microsoft.com/office/officeart/2005/8/layout/vList2"/>
    <dgm:cxn modelId="{5588CA66-8873-4CD3-9E89-766C56B78440}" type="presOf" srcId="{10BC88B8-4384-4713-B5F4-53D5B8501144}" destId="{E9B0B745-AA41-4FBA-B3CF-5F8807EC9911}" srcOrd="0" destOrd="0" presId="urn:microsoft.com/office/officeart/2005/8/layout/vList2"/>
    <dgm:cxn modelId="{86F94D7B-F073-4E60-9F50-8348C0975232}" srcId="{3D1241CC-52A5-4DD5-B335-9585F13B707F}" destId="{88942B34-2108-4124-8702-F34A27B2DE71}" srcOrd="2" destOrd="0" parTransId="{5F7486AE-B13E-4011-8C79-E3B2D8EFF019}" sibTransId="{E0058F4F-C12D-45B8-B234-F8292AAC777C}"/>
    <dgm:cxn modelId="{2BB65DBA-D9C0-44CE-A49C-F59B6B73E965}" type="presOf" srcId="{88942B34-2108-4124-8702-F34A27B2DE71}" destId="{4D46A582-DD46-4653-8DEA-039D79EC8DE1}" srcOrd="0" destOrd="0" presId="urn:microsoft.com/office/officeart/2005/8/layout/vList2"/>
    <dgm:cxn modelId="{8375ABD8-B374-45F3-BED6-311633AE436D}" type="presOf" srcId="{1BE3E41B-E004-4FC2-B52E-B1F232B9B42D}" destId="{930FFA62-12F0-41AE-BBE7-B964757E2F5F}" srcOrd="0" destOrd="0" presId="urn:microsoft.com/office/officeart/2005/8/layout/vList2"/>
    <dgm:cxn modelId="{DBBD34E5-AB53-41F4-AD42-9BA68517B5AB}" type="presOf" srcId="{3D1241CC-52A5-4DD5-B335-9585F13B707F}" destId="{11D7CF63-969E-4E82-8A24-560F8B0DA121}" srcOrd="0" destOrd="0" presId="urn:microsoft.com/office/officeart/2005/8/layout/vList2"/>
    <dgm:cxn modelId="{528155FB-A5BB-49BF-B639-C12A1349D91A}" srcId="{3D1241CC-52A5-4DD5-B335-9585F13B707F}" destId="{10BC88B8-4384-4713-B5F4-53D5B8501144}" srcOrd="3" destOrd="0" parTransId="{D87313CB-F38A-4C0B-B6C4-58520BD970F5}" sibTransId="{4FDDCBF5-1ADF-445A-9D73-0447E7BCE408}"/>
    <dgm:cxn modelId="{FAE74F75-8DE7-48AA-9C1D-983B6A0B21C2}" type="presParOf" srcId="{11D7CF63-969E-4E82-8A24-560F8B0DA121}" destId="{930FFA62-12F0-41AE-BBE7-B964757E2F5F}" srcOrd="0" destOrd="0" presId="urn:microsoft.com/office/officeart/2005/8/layout/vList2"/>
    <dgm:cxn modelId="{9AE0D7C5-20EE-4A5F-93E6-901C80754FAB}" type="presParOf" srcId="{11D7CF63-969E-4E82-8A24-560F8B0DA121}" destId="{521B1617-0994-4C6C-9B4A-F54811D91081}" srcOrd="1" destOrd="0" presId="urn:microsoft.com/office/officeart/2005/8/layout/vList2"/>
    <dgm:cxn modelId="{ADBD9ED7-F17C-4E7E-A0A9-E0901C2DC87C}" type="presParOf" srcId="{11D7CF63-969E-4E82-8A24-560F8B0DA121}" destId="{08346749-3814-4025-8E2B-B5C2DBFCF0D3}" srcOrd="2" destOrd="0" presId="urn:microsoft.com/office/officeart/2005/8/layout/vList2"/>
    <dgm:cxn modelId="{B9C5B6AE-E6E5-4E43-A799-2FFB819A9CBC}" type="presParOf" srcId="{11D7CF63-969E-4E82-8A24-560F8B0DA121}" destId="{D789FDBB-12AD-42C9-B743-E09389814F42}" srcOrd="3" destOrd="0" presId="urn:microsoft.com/office/officeart/2005/8/layout/vList2"/>
    <dgm:cxn modelId="{0D9CBF41-63A8-4ED6-88D9-432DA882AB66}" type="presParOf" srcId="{11D7CF63-969E-4E82-8A24-560F8B0DA121}" destId="{4D46A582-DD46-4653-8DEA-039D79EC8DE1}" srcOrd="4" destOrd="0" presId="urn:microsoft.com/office/officeart/2005/8/layout/vList2"/>
    <dgm:cxn modelId="{467FE9F4-0018-4489-86A7-5EA8CB33CAD4}" type="presParOf" srcId="{11D7CF63-969E-4E82-8A24-560F8B0DA121}" destId="{6B5CB9A8-0B05-407C-9DB7-8ABD6156C8E4}" srcOrd="5" destOrd="0" presId="urn:microsoft.com/office/officeart/2005/8/layout/vList2"/>
    <dgm:cxn modelId="{9A7EB4C1-868E-4A56-98FD-E81AACBAA6F4}" type="presParOf" srcId="{11D7CF63-969E-4E82-8A24-560F8B0DA121}" destId="{E9B0B745-AA41-4FBA-B3CF-5F8807EC9911}" srcOrd="6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FC3BDA9D-B7DC-4C27-91D5-27F9F2744C40}" type="doc">
      <dgm:prSet loTypeId="urn:microsoft.com/office/officeart/2005/8/layout/vList2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FE63498D-465A-4A05-9F64-25BD7B460D37}">
      <dgm:prSet/>
      <dgm:spPr/>
      <dgm:t>
        <a:bodyPr/>
        <a:lstStyle/>
        <a:p>
          <a:r>
            <a:rPr lang="en-US"/>
            <a:t>- Sensor de presença</a:t>
          </a:r>
        </a:p>
      </dgm:t>
    </dgm:pt>
    <dgm:pt modelId="{1B29FDFF-5CA6-4B6E-81F8-1BE913A45DD9}" type="parTrans" cxnId="{AFE9F3D1-0752-4F17-BABA-E8468FF3D4B7}">
      <dgm:prSet/>
      <dgm:spPr/>
      <dgm:t>
        <a:bodyPr/>
        <a:lstStyle/>
        <a:p>
          <a:endParaRPr lang="en-US"/>
        </a:p>
      </dgm:t>
    </dgm:pt>
    <dgm:pt modelId="{487474F3-D228-42CF-90CA-CE3D8A41999E}" type="sibTrans" cxnId="{AFE9F3D1-0752-4F17-BABA-E8468FF3D4B7}">
      <dgm:prSet/>
      <dgm:spPr/>
      <dgm:t>
        <a:bodyPr/>
        <a:lstStyle/>
        <a:p>
          <a:endParaRPr lang="en-US"/>
        </a:p>
      </dgm:t>
    </dgm:pt>
    <dgm:pt modelId="{76DA3FEC-3267-48AB-9A12-EA490C0724BE}">
      <dgm:prSet/>
      <dgm:spPr/>
      <dgm:t>
        <a:bodyPr/>
        <a:lstStyle/>
        <a:p>
          <a:r>
            <a:rPr lang="en-US"/>
            <a:t>- Sensor de gás</a:t>
          </a:r>
        </a:p>
      </dgm:t>
    </dgm:pt>
    <dgm:pt modelId="{D9E5D75B-2E1B-408C-BE7A-14831C8EEA00}" type="parTrans" cxnId="{A6399979-318D-462C-B3BC-6801FBA9EDF4}">
      <dgm:prSet/>
      <dgm:spPr/>
      <dgm:t>
        <a:bodyPr/>
        <a:lstStyle/>
        <a:p>
          <a:endParaRPr lang="en-US"/>
        </a:p>
      </dgm:t>
    </dgm:pt>
    <dgm:pt modelId="{7E30747B-594B-419A-A4CA-C73B2C376305}" type="sibTrans" cxnId="{A6399979-318D-462C-B3BC-6801FBA9EDF4}">
      <dgm:prSet/>
      <dgm:spPr/>
      <dgm:t>
        <a:bodyPr/>
        <a:lstStyle/>
        <a:p>
          <a:endParaRPr lang="en-US"/>
        </a:p>
      </dgm:t>
    </dgm:pt>
    <dgm:pt modelId="{122AC6E6-FDB5-4760-BBD3-E908F314F4F9}">
      <dgm:prSet/>
      <dgm:spPr/>
      <dgm:t>
        <a:bodyPr/>
        <a:lstStyle/>
        <a:p>
          <a:r>
            <a:rPr lang="en-US"/>
            <a:t>- LED de alerta</a:t>
          </a:r>
        </a:p>
      </dgm:t>
    </dgm:pt>
    <dgm:pt modelId="{AEEBB274-B861-462D-9299-F18B8FAA6DA6}" type="parTrans" cxnId="{9F6F5F68-80A7-4791-9A00-CB7ED7DD559F}">
      <dgm:prSet/>
      <dgm:spPr/>
      <dgm:t>
        <a:bodyPr/>
        <a:lstStyle/>
        <a:p>
          <a:endParaRPr lang="en-US"/>
        </a:p>
      </dgm:t>
    </dgm:pt>
    <dgm:pt modelId="{6D1237A0-9D9D-4917-B28E-477D17C50595}" type="sibTrans" cxnId="{9F6F5F68-80A7-4791-9A00-CB7ED7DD559F}">
      <dgm:prSet/>
      <dgm:spPr/>
      <dgm:t>
        <a:bodyPr/>
        <a:lstStyle/>
        <a:p>
          <a:endParaRPr lang="en-US"/>
        </a:p>
      </dgm:t>
    </dgm:pt>
    <dgm:pt modelId="{754B1795-D6A4-483B-8535-B49E4F4ED558}">
      <dgm:prSet/>
      <dgm:spPr/>
      <dgm:t>
        <a:bodyPr/>
        <a:lstStyle/>
        <a:p>
          <a:r>
            <a:rPr lang="en-US"/>
            <a:t>- Comunicação com plataforma IoT</a:t>
          </a:r>
        </a:p>
      </dgm:t>
    </dgm:pt>
    <dgm:pt modelId="{42208D87-82C9-4293-A298-9AB902C484AD}" type="parTrans" cxnId="{B189BA73-1C34-4B69-9AF9-33622F7A9E45}">
      <dgm:prSet/>
      <dgm:spPr/>
      <dgm:t>
        <a:bodyPr/>
        <a:lstStyle/>
        <a:p>
          <a:endParaRPr lang="en-US"/>
        </a:p>
      </dgm:t>
    </dgm:pt>
    <dgm:pt modelId="{3140CDD5-D6A1-4F0E-B355-8FF41EC94507}" type="sibTrans" cxnId="{B189BA73-1C34-4B69-9AF9-33622F7A9E45}">
      <dgm:prSet/>
      <dgm:spPr/>
      <dgm:t>
        <a:bodyPr/>
        <a:lstStyle/>
        <a:p>
          <a:endParaRPr lang="en-US"/>
        </a:p>
      </dgm:t>
    </dgm:pt>
    <dgm:pt modelId="{FF1D8017-2087-4084-8318-28B689392834}">
      <dgm:prSet/>
      <dgm:spPr/>
      <dgm:t>
        <a:bodyPr/>
        <a:lstStyle/>
        <a:p>
          <a:r>
            <a:rPr lang="en-US"/>
            <a:t>- Armazenamento local</a:t>
          </a:r>
        </a:p>
      </dgm:t>
    </dgm:pt>
    <dgm:pt modelId="{F035CFA7-5FB4-49E6-B4EC-457969BC0583}" type="parTrans" cxnId="{7C415171-9A5F-4B1E-9FD6-D5043F8206CF}">
      <dgm:prSet/>
      <dgm:spPr/>
      <dgm:t>
        <a:bodyPr/>
        <a:lstStyle/>
        <a:p>
          <a:endParaRPr lang="en-US"/>
        </a:p>
      </dgm:t>
    </dgm:pt>
    <dgm:pt modelId="{7369B8F4-FB2D-4700-8DDC-02CF095769DB}" type="sibTrans" cxnId="{7C415171-9A5F-4B1E-9FD6-D5043F8206CF}">
      <dgm:prSet/>
      <dgm:spPr/>
      <dgm:t>
        <a:bodyPr/>
        <a:lstStyle/>
        <a:p>
          <a:endParaRPr lang="en-US"/>
        </a:p>
      </dgm:t>
    </dgm:pt>
    <dgm:pt modelId="{9A6F35CD-4F80-4E7A-8408-259CC2C457FF}">
      <dgm:prSet/>
      <dgm:spPr/>
      <dgm:t>
        <a:bodyPr/>
        <a:lstStyle/>
        <a:p>
          <a:r>
            <a:rPr lang="en-US"/>
            <a:t>- Interface de rede</a:t>
          </a:r>
        </a:p>
      </dgm:t>
    </dgm:pt>
    <dgm:pt modelId="{F839A534-921A-4B69-8948-C977A80CEA8F}" type="parTrans" cxnId="{1DA3F59B-8A1D-4EB2-8D1E-D0B11D6F2D51}">
      <dgm:prSet/>
      <dgm:spPr/>
      <dgm:t>
        <a:bodyPr/>
        <a:lstStyle/>
        <a:p>
          <a:endParaRPr lang="en-US"/>
        </a:p>
      </dgm:t>
    </dgm:pt>
    <dgm:pt modelId="{CC3CB8A5-48B7-4559-9EF3-BE64F08D3845}" type="sibTrans" cxnId="{1DA3F59B-8A1D-4EB2-8D1E-D0B11D6F2D51}">
      <dgm:prSet/>
      <dgm:spPr/>
      <dgm:t>
        <a:bodyPr/>
        <a:lstStyle/>
        <a:p>
          <a:endParaRPr lang="en-US"/>
        </a:p>
      </dgm:t>
    </dgm:pt>
    <dgm:pt modelId="{BAF7B93C-1295-4FF5-AE51-05412F7DD6BE}">
      <dgm:prSet/>
      <dgm:spPr/>
      <dgm:t>
        <a:bodyPr/>
        <a:lstStyle/>
        <a:p>
          <a:r>
            <a:rPr lang="en-US"/>
            <a:t>- Alarme sonoro</a:t>
          </a:r>
        </a:p>
      </dgm:t>
    </dgm:pt>
    <dgm:pt modelId="{8D979D45-8F69-4DE6-B07F-149E381944C3}" type="parTrans" cxnId="{48055B04-A0FE-44DE-8225-FCCDF9D13836}">
      <dgm:prSet/>
      <dgm:spPr/>
      <dgm:t>
        <a:bodyPr/>
        <a:lstStyle/>
        <a:p>
          <a:endParaRPr lang="en-US"/>
        </a:p>
      </dgm:t>
    </dgm:pt>
    <dgm:pt modelId="{2CA62F83-2F40-4E46-9CA6-504BB11A6DD6}" type="sibTrans" cxnId="{48055B04-A0FE-44DE-8225-FCCDF9D13836}">
      <dgm:prSet/>
      <dgm:spPr/>
      <dgm:t>
        <a:bodyPr/>
        <a:lstStyle/>
        <a:p>
          <a:endParaRPr lang="en-US"/>
        </a:p>
      </dgm:t>
    </dgm:pt>
    <dgm:pt modelId="{0114F616-6711-4472-BE90-83E3E4CAD3AF}">
      <dgm:prSet/>
      <dgm:spPr/>
      <dgm:t>
        <a:bodyPr/>
        <a:lstStyle/>
        <a:p>
          <a:r>
            <a:rPr lang="en-US"/>
            <a:t>- Microcontrolador</a:t>
          </a:r>
        </a:p>
      </dgm:t>
    </dgm:pt>
    <dgm:pt modelId="{6257D434-2981-4CE1-BC4E-186589692AB4}" type="parTrans" cxnId="{68644048-8B14-492F-8777-9AD4C996B51F}">
      <dgm:prSet/>
      <dgm:spPr/>
      <dgm:t>
        <a:bodyPr/>
        <a:lstStyle/>
        <a:p>
          <a:endParaRPr lang="en-US"/>
        </a:p>
      </dgm:t>
    </dgm:pt>
    <dgm:pt modelId="{8923C21E-382D-4751-AAA8-F49C9A9DDB99}" type="sibTrans" cxnId="{68644048-8B14-492F-8777-9AD4C996B51F}">
      <dgm:prSet/>
      <dgm:spPr/>
      <dgm:t>
        <a:bodyPr/>
        <a:lstStyle/>
        <a:p>
          <a:endParaRPr lang="en-US"/>
        </a:p>
      </dgm:t>
    </dgm:pt>
    <dgm:pt modelId="{CA04B9AD-B74C-48DD-857E-97464BC85566}" type="pres">
      <dgm:prSet presAssocID="{FC3BDA9D-B7DC-4C27-91D5-27F9F2744C40}" presName="linear" presStyleCnt="0">
        <dgm:presLayoutVars>
          <dgm:animLvl val="lvl"/>
          <dgm:resizeHandles val="exact"/>
        </dgm:presLayoutVars>
      </dgm:prSet>
      <dgm:spPr/>
    </dgm:pt>
    <dgm:pt modelId="{63A9D1F3-498E-4780-94F5-26743A939192}" type="pres">
      <dgm:prSet presAssocID="{FE63498D-465A-4A05-9F64-25BD7B460D37}" presName="parentText" presStyleLbl="node1" presStyleIdx="0" presStyleCnt="8">
        <dgm:presLayoutVars>
          <dgm:chMax val="0"/>
          <dgm:bulletEnabled val="1"/>
        </dgm:presLayoutVars>
      </dgm:prSet>
      <dgm:spPr/>
    </dgm:pt>
    <dgm:pt modelId="{9F2EA59F-080F-47B1-A498-256280B4A48E}" type="pres">
      <dgm:prSet presAssocID="{487474F3-D228-42CF-90CA-CE3D8A41999E}" presName="spacer" presStyleCnt="0"/>
      <dgm:spPr/>
    </dgm:pt>
    <dgm:pt modelId="{8C9FE107-47C0-426E-8312-BDFF9B9D49FF}" type="pres">
      <dgm:prSet presAssocID="{76DA3FEC-3267-48AB-9A12-EA490C0724BE}" presName="parentText" presStyleLbl="node1" presStyleIdx="1" presStyleCnt="8">
        <dgm:presLayoutVars>
          <dgm:chMax val="0"/>
          <dgm:bulletEnabled val="1"/>
        </dgm:presLayoutVars>
      </dgm:prSet>
      <dgm:spPr/>
    </dgm:pt>
    <dgm:pt modelId="{A49D50F6-140B-4C5F-A842-43FEE7AA49C1}" type="pres">
      <dgm:prSet presAssocID="{7E30747B-594B-419A-A4CA-C73B2C376305}" presName="spacer" presStyleCnt="0"/>
      <dgm:spPr/>
    </dgm:pt>
    <dgm:pt modelId="{7ED26D61-CF47-4C06-B8FB-45CD1B2D1B0D}" type="pres">
      <dgm:prSet presAssocID="{122AC6E6-FDB5-4760-BBD3-E908F314F4F9}" presName="parentText" presStyleLbl="node1" presStyleIdx="2" presStyleCnt="8">
        <dgm:presLayoutVars>
          <dgm:chMax val="0"/>
          <dgm:bulletEnabled val="1"/>
        </dgm:presLayoutVars>
      </dgm:prSet>
      <dgm:spPr/>
    </dgm:pt>
    <dgm:pt modelId="{22AEA756-9FB4-4CBB-88FF-2B60DD38E5FC}" type="pres">
      <dgm:prSet presAssocID="{6D1237A0-9D9D-4917-B28E-477D17C50595}" presName="spacer" presStyleCnt="0"/>
      <dgm:spPr/>
    </dgm:pt>
    <dgm:pt modelId="{D294430A-7070-489F-BDF6-F00C3D09EBD5}" type="pres">
      <dgm:prSet presAssocID="{754B1795-D6A4-483B-8535-B49E4F4ED558}" presName="parentText" presStyleLbl="node1" presStyleIdx="3" presStyleCnt="8">
        <dgm:presLayoutVars>
          <dgm:chMax val="0"/>
          <dgm:bulletEnabled val="1"/>
        </dgm:presLayoutVars>
      </dgm:prSet>
      <dgm:spPr/>
    </dgm:pt>
    <dgm:pt modelId="{B96CDFF4-545D-47E8-A4FE-8F0B464D632B}" type="pres">
      <dgm:prSet presAssocID="{3140CDD5-D6A1-4F0E-B355-8FF41EC94507}" presName="spacer" presStyleCnt="0"/>
      <dgm:spPr/>
    </dgm:pt>
    <dgm:pt modelId="{5D357720-81DD-45CE-B62B-9561A4C7F31D}" type="pres">
      <dgm:prSet presAssocID="{FF1D8017-2087-4084-8318-28B689392834}" presName="parentText" presStyleLbl="node1" presStyleIdx="4" presStyleCnt="8">
        <dgm:presLayoutVars>
          <dgm:chMax val="0"/>
          <dgm:bulletEnabled val="1"/>
        </dgm:presLayoutVars>
      </dgm:prSet>
      <dgm:spPr/>
    </dgm:pt>
    <dgm:pt modelId="{62F3DA78-B658-497C-83A6-7B48D65506E2}" type="pres">
      <dgm:prSet presAssocID="{7369B8F4-FB2D-4700-8DDC-02CF095769DB}" presName="spacer" presStyleCnt="0"/>
      <dgm:spPr/>
    </dgm:pt>
    <dgm:pt modelId="{0FC09AF6-EF8D-41E5-8F71-0D8EC93FE71D}" type="pres">
      <dgm:prSet presAssocID="{9A6F35CD-4F80-4E7A-8408-259CC2C457FF}" presName="parentText" presStyleLbl="node1" presStyleIdx="5" presStyleCnt="8">
        <dgm:presLayoutVars>
          <dgm:chMax val="0"/>
          <dgm:bulletEnabled val="1"/>
        </dgm:presLayoutVars>
      </dgm:prSet>
      <dgm:spPr/>
    </dgm:pt>
    <dgm:pt modelId="{090FB02C-105F-4E58-875E-A8BC2E4047B8}" type="pres">
      <dgm:prSet presAssocID="{CC3CB8A5-48B7-4559-9EF3-BE64F08D3845}" presName="spacer" presStyleCnt="0"/>
      <dgm:spPr/>
    </dgm:pt>
    <dgm:pt modelId="{0086B562-A04F-413C-90B0-5CC0A737942B}" type="pres">
      <dgm:prSet presAssocID="{BAF7B93C-1295-4FF5-AE51-05412F7DD6BE}" presName="parentText" presStyleLbl="node1" presStyleIdx="6" presStyleCnt="8">
        <dgm:presLayoutVars>
          <dgm:chMax val="0"/>
          <dgm:bulletEnabled val="1"/>
        </dgm:presLayoutVars>
      </dgm:prSet>
      <dgm:spPr/>
    </dgm:pt>
    <dgm:pt modelId="{271DE8FE-F967-4982-A5C1-B2210E6E01D5}" type="pres">
      <dgm:prSet presAssocID="{2CA62F83-2F40-4E46-9CA6-504BB11A6DD6}" presName="spacer" presStyleCnt="0"/>
      <dgm:spPr/>
    </dgm:pt>
    <dgm:pt modelId="{F285448C-8851-4DB1-9675-B04F394EC9DB}" type="pres">
      <dgm:prSet presAssocID="{0114F616-6711-4472-BE90-83E3E4CAD3AF}" presName="parentText" presStyleLbl="node1" presStyleIdx="7" presStyleCnt="8">
        <dgm:presLayoutVars>
          <dgm:chMax val="0"/>
          <dgm:bulletEnabled val="1"/>
        </dgm:presLayoutVars>
      </dgm:prSet>
      <dgm:spPr/>
    </dgm:pt>
  </dgm:ptLst>
  <dgm:cxnLst>
    <dgm:cxn modelId="{48055B04-A0FE-44DE-8225-FCCDF9D13836}" srcId="{FC3BDA9D-B7DC-4C27-91D5-27F9F2744C40}" destId="{BAF7B93C-1295-4FF5-AE51-05412F7DD6BE}" srcOrd="6" destOrd="0" parTransId="{8D979D45-8F69-4DE6-B07F-149E381944C3}" sibTransId="{2CA62F83-2F40-4E46-9CA6-504BB11A6DD6}"/>
    <dgm:cxn modelId="{2825FC06-1C5D-4908-A409-A62471BCA551}" type="presOf" srcId="{FC3BDA9D-B7DC-4C27-91D5-27F9F2744C40}" destId="{CA04B9AD-B74C-48DD-857E-97464BC85566}" srcOrd="0" destOrd="0" presId="urn:microsoft.com/office/officeart/2005/8/layout/vList2"/>
    <dgm:cxn modelId="{4CB7E617-9AF8-4786-A1BD-209C4CCC2E63}" type="presOf" srcId="{FE63498D-465A-4A05-9F64-25BD7B460D37}" destId="{63A9D1F3-498E-4780-94F5-26743A939192}" srcOrd="0" destOrd="0" presId="urn:microsoft.com/office/officeart/2005/8/layout/vList2"/>
    <dgm:cxn modelId="{73AE0731-2C71-46A6-ADFC-7CF1B571DCD0}" type="presOf" srcId="{754B1795-D6A4-483B-8535-B49E4F4ED558}" destId="{D294430A-7070-489F-BDF6-F00C3D09EBD5}" srcOrd="0" destOrd="0" presId="urn:microsoft.com/office/officeart/2005/8/layout/vList2"/>
    <dgm:cxn modelId="{EFF8BF37-5610-4245-9269-3E8B4474F7D1}" type="presOf" srcId="{FF1D8017-2087-4084-8318-28B689392834}" destId="{5D357720-81DD-45CE-B62B-9561A4C7F31D}" srcOrd="0" destOrd="0" presId="urn:microsoft.com/office/officeart/2005/8/layout/vList2"/>
    <dgm:cxn modelId="{B0D20740-510B-4E4C-988F-AAA25E782A3C}" type="presOf" srcId="{122AC6E6-FDB5-4760-BBD3-E908F314F4F9}" destId="{7ED26D61-CF47-4C06-B8FB-45CD1B2D1B0D}" srcOrd="0" destOrd="0" presId="urn:microsoft.com/office/officeart/2005/8/layout/vList2"/>
    <dgm:cxn modelId="{B0A35245-256A-4081-9AB4-EC89C0DEB990}" type="presOf" srcId="{76DA3FEC-3267-48AB-9A12-EA490C0724BE}" destId="{8C9FE107-47C0-426E-8312-BDFF9B9D49FF}" srcOrd="0" destOrd="0" presId="urn:microsoft.com/office/officeart/2005/8/layout/vList2"/>
    <dgm:cxn modelId="{68644048-8B14-492F-8777-9AD4C996B51F}" srcId="{FC3BDA9D-B7DC-4C27-91D5-27F9F2744C40}" destId="{0114F616-6711-4472-BE90-83E3E4CAD3AF}" srcOrd="7" destOrd="0" parTransId="{6257D434-2981-4CE1-BC4E-186589692AB4}" sibTransId="{8923C21E-382D-4751-AAA8-F49C9A9DDB99}"/>
    <dgm:cxn modelId="{9F6F5F68-80A7-4791-9A00-CB7ED7DD559F}" srcId="{FC3BDA9D-B7DC-4C27-91D5-27F9F2744C40}" destId="{122AC6E6-FDB5-4760-BBD3-E908F314F4F9}" srcOrd="2" destOrd="0" parTransId="{AEEBB274-B861-462D-9299-F18B8FAA6DA6}" sibTransId="{6D1237A0-9D9D-4917-B28E-477D17C50595}"/>
    <dgm:cxn modelId="{7C415171-9A5F-4B1E-9FD6-D5043F8206CF}" srcId="{FC3BDA9D-B7DC-4C27-91D5-27F9F2744C40}" destId="{FF1D8017-2087-4084-8318-28B689392834}" srcOrd="4" destOrd="0" parTransId="{F035CFA7-5FB4-49E6-B4EC-457969BC0583}" sibTransId="{7369B8F4-FB2D-4700-8DDC-02CF095769DB}"/>
    <dgm:cxn modelId="{B189BA73-1C34-4B69-9AF9-33622F7A9E45}" srcId="{FC3BDA9D-B7DC-4C27-91D5-27F9F2744C40}" destId="{754B1795-D6A4-483B-8535-B49E4F4ED558}" srcOrd="3" destOrd="0" parTransId="{42208D87-82C9-4293-A298-9AB902C484AD}" sibTransId="{3140CDD5-D6A1-4F0E-B355-8FF41EC94507}"/>
    <dgm:cxn modelId="{A6399979-318D-462C-B3BC-6801FBA9EDF4}" srcId="{FC3BDA9D-B7DC-4C27-91D5-27F9F2744C40}" destId="{76DA3FEC-3267-48AB-9A12-EA490C0724BE}" srcOrd="1" destOrd="0" parTransId="{D9E5D75B-2E1B-408C-BE7A-14831C8EEA00}" sibTransId="{7E30747B-594B-419A-A4CA-C73B2C376305}"/>
    <dgm:cxn modelId="{9F687691-15A4-4F54-AAB9-56A02C5348E4}" type="presOf" srcId="{0114F616-6711-4472-BE90-83E3E4CAD3AF}" destId="{F285448C-8851-4DB1-9675-B04F394EC9DB}" srcOrd="0" destOrd="0" presId="urn:microsoft.com/office/officeart/2005/8/layout/vList2"/>
    <dgm:cxn modelId="{1DA3F59B-8A1D-4EB2-8D1E-D0B11D6F2D51}" srcId="{FC3BDA9D-B7DC-4C27-91D5-27F9F2744C40}" destId="{9A6F35CD-4F80-4E7A-8408-259CC2C457FF}" srcOrd="5" destOrd="0" parTransId="{F839A534-921A-4B69-8948-C977A80CEA8F}" sibTransId="{CC3CB8A5-48B7-4559-9EF3-BE64F08D3845}"/>
    <dgm:cxn modelId="{21E455A3-45AB-4140-8B8D-4AA28FD01578}" type="presOf" srcId="{9A6F35CD-4F80-4E7A-8408-259CC2C457FF}" destId="{0FC09AF6-EF8D-41E5-8F71-0D8EC93FE71D}" srcOrd="0" destOrd="0" presId="urn:microsoft.com/office/officeart/2005/8/layout/vList2"/>
    <dgm:cxn modelId="{E490F2A4-C521-403C-A654-5F08FE230E45}" type="presOf" srcId="{BAF7B93C-1295-4FF5-AE51-05412F7DD6BE}" destId="{0086B562-A04F-413C-90B0-5CC0A737942B}" srcOrd="0" destOrd="0" presId="urn:microsoft.com/office/officeart/2005/8/layout/vList2"/>
    <dgm:cxn modelId="{AFE9F3D1-0752-4F17-BABA-E8468FF3D4B7}" srcId="{FC3BDA9D-B7DC-4C27-91D5-27F9F2744C40}" destId="{FE63498D-465A-4A05-9F64-25BD7B460D37}" srcOrd="0" destOrd="0" parTransId="{1B29FDFF-5CA6-4B6E-81F8-1BE913A45DD9}" sibTransId="{487474F3-D228-42CF-90CA-CE3D8A41999E}"/>
    <dgm:cxn modelId="{CCB01919-9053-4F5A-87A6-D98DB2C4EB21}" type="presParOf" srcId="{CA04B9AD-B74C-48DD-857E-97464BC85566}" destId="{63A9D1F3-498E-4780-94F5-26743A939192}" srcOrd="0" destOrd="0" presId="urn:microsoft.com/office/officeart/2005/8/layout/vList2"/>
    <dgm:cxn modelId="{26228F52-7312-4E7F-8F49-DDED3BC9716C}" type="presParOf" srcId="{CA04B9AD-B74C-48DD-857E-97464BC85566}" destId="{9F2EA59F-080F-47B1-A498-256280B4A48E}" srcOrd="1" destOrd="0" presId="urn:microsoft.com/office/officeart/2005/8/layout/vList2"/>
    <dgm:cxn modelId="{0DB5CEFC-996D-4A91-8616-062825ACE9CB}" type="presParOf" srcId="{CA04B9AD-B74C-48DD-857E-97464BC85566}" destId="{8C9FE107-47C0-426E-8312-BDFF9B9D49FF}" srcOrd="2" destOrd="0" presId="urn:microsoft.com/office/officeart/2005/8/layout/vList2"/>
    <dgm:cxn modelId="{0DA405BB-3FB4-4C25-B8C3-00DF5D91FCE7}" type="presParOf" srcId="{CA04B9AD-B74C-48DD-857E-97464BC85566}" destId="{A49D50F6-140B-4C5F-A842-43FEE7AA49C1}" srcOrd="3" destOrd="0" presId="urn:microsoft.com/office/officeart/2005/8/layout/vList2"/>
    <dgm:cxn modelId="{3C43977D-B3C0-4F85-8065-F52D352E9C90}" type="presParOf" srcId="{CA04B9AD-B74C-48DD-857E-97464BC85566}" destId="{7ED26D61-CF47-4C06-B8FB-45CD1B2D1B0D}" srcOrd="4" destOrd="0" presId="urn:microsoft.com/office/officeart/2005/8/layout/vList2"/>
    <dgm:cxn modelId="{93C28041-7CC5-412E-A932-540EE4EDFC6D}" type="presParOf" srcId="{CA04B9AD-B74C-48DD-857E-97464BC85566}" destId="{22AEA756-9FB4-4CBB-88FF-2B60DD38E5FC}" srcOrd="5" destOrd="0" presId="urn:microsoft.com/office/officeart/2005/8/layout/vList2"/>
    <dgm:cxn modelId="{31842674-0493-4896-9A92-4CFBC1544708}" type="presParOf" srcId="{CA04B9AD-B74C-48DD-857E-97464BC85566}" destId="{D294430A-7070-489F-BDF6-F00C3D09EBD5}" srcOrd="6" destOrd="0" presId="urn:microsoft.com/office/officeart/2005/8/layout/vList2"/>
    <dgm:cxn modelId="{AE95D346-3BF2-47E4-84FF-72E72A0FB223}" type="presParOf" srcId="{CA04B9AD-B74C-48DD-857E-97464BC85566}" destId="{B96CDFF4-545D-47E8-A4FE-8F0B464D632B}" srcOrd="7" destOrd="0" presId="urn:microsoft.com/office/officeart/2005/8/layout/vList2"/>
    <dgm:cxn modelId="{54115382-BE4A-4D58-BB89-3AE68513E21E}" type="presParOf" srcId="{CA04B9AD-B74C-48DD-857E-97464BC85566}" destId="{5D357720-81DD-45CE-B62B-9561A4C7F31D}" srcOrd="8" destOrd="0" presId="urn:microsoft.com/office/officeart/2005/8/layout/vList2"/>
    <dgm:cxn modelId="{218747ED-74C7-4AFB-8363-8A90AFC69146}" type="presParOf" srcId="{CA04B9AD-B74C-48DD-857E-97464BC85566}" destId="{62F3DA78-B658-497C-83A6-7B48D65506E2}" srcOrd="9" destOrd="0" presId="urn:microsoft.com/office/officeart/2005/8/layout/vList2"/>
    <dgm:cxn modelId="{A5F1D4C1-4A24-4891-95EC-AA521EF0FA23}" type="presParOf" srcId="{CA04B9AD-B74C-48DD-857E-97464BC85566}" destId="{0FC09AF6-EF8D-41E5-8F71-0D8EC93FE71D}" srcOrd="10" destOrd="0" presId="urn:microsoft.com/office/officeart/2005/8/layout/vList2"/>
    <dgm:cxn modelId="{69278980-0BFC-4E3F-A8C3-7A774A010630}" type="presParOf" srcId="{CA04B9AD-B74C-48DD-857E-97464BC85566}" destId="{090FB02C-105F-4E58-875E-A8BC2E4047B8}" srcOrd="11" destOrd="0" presId="urn:microsoft.com/office/officeart/2005/8/layout/vList2"/>
    <dgm:cxn modelId="{D853587D-2E52-49E5-B8E4-4BE72DFD3ABE}" type="presParOf" srcId="{CA04B9AD-B74C-48DD-857E-97464BC85566}" destId="{0086B562-A04F-413C-90B0-5CC0A737942B}" srcOrd="12" destOrd="0" presId="urn:microsoft.com/office/officeart/2005/8/layout/vList2"/>
    <dgm:cxn modelId="{A2BE8940-A61B-4F39-BADC-A6FF9DB354A8}" type="presParOf" srcId="{CA04B9AD-B74C-48DD-857E-97464BC85566}" destId="{271DE8FE-F967-4982-A5C1-B2210E6E01D5}" srcOrd="13" destOrd="0" presId="urn:microsoft.com/office/officeart/2005/8/layout/vList2"/>
    <dgm:cxn modelId="{1B422269-5D27-466E-8D4B-6592C457F245}" type="presParOf" srcId="{CA04B9AD-B74C-48DD-857E-97464BC85566}" destId="{F285448C-8851-4DB1-9675-B04F394EC9DB}" srcOrd="1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912F153C-7096-4125-8E9F-08C24D79B3DE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2" csCatId="colorful" phldr="1"/>
      <dgm:spPr/>
      <dgm:t>
        <a:bodyPr/>
        <a:lstStyle/>
        <a:p>
          <a:endParaRPr lang="en-US"/>
        </a:p>
      </dgm:t>
    </dgm:pt>
    <dgm:pt modelId="{D39848DA-2355-4020-86B6-D6CBD4954569}">
      <dgm:prSet/>
      <dgm:spPr/>
      <dgm:t>
        <a:bodyPr/>
        <a:lstStyle/>
        <a:p>
          <a:r>
            <a:rPr lang="en-US"/>
            <a:t>- Upload e recebimento de dados</a:t>
          </a:r>
        </a:p>
      </dgm:t>
    </dgm:pt>
    <dgm:pt modelId="{8C8A999D-EB94-47DD-81DE-3EB0A0E24CFD}" type="parTrans" cxnId="{6BFF8047-7549-4EBC-B9C4-AB2D45EB3CBD}">
      <dgm:prSet/>
      <dgm:spPr/>
      <dgm:t>
        <a:bodyPr/>
        <a:lstStyle/>
        <a:p>
          <a:endParaRPr lang="en-US"/>
        </a:p>
      </dgm:t>
    </dgm:pt>
    <dgm:pt modelId="{938A6FFD-530F-4B7E-B04A-9818CA7F6ECF}" type="sibTrans" cxnId="{6BFF8047-7549-4EBC-B9C4-AB2D45EB3CBD}">
      <dgm:prSet/>
      <dgm:spPr/>
      <dgm:t>
        <a:bodyPr/>
        <a:lstStyle/>
        <a:p>
          <a:endParaRPr lang="en-US"/>
        </a:p>
      </dgm:t>
    </dgm:pt>
    <dgm:pt modelId="{21E292C2-222C-42D8-9AD0-F96C64CAA6FF}">
      <dgm:prSet/>
      <dgm:spPr/>
      <dgm:t>
        <a:bodyPr/>
        <a:lstStyle/>
        <a:p>
          <a:r>
            <a:rPr lang="en-US"/>
            <a:t>- Acesso e visualização de medições</a:t>
          </a:r>
        </a:p>
      </dgm:t>
    </dgm:pt>
    <dgm:pt modelId="{64CA0814-10A4-4D4C-9929-E33B5D3CBC93}" type="parTrans" cxnId="{0B6B95EE-538D-4182-8BBF-ABEB4084A4A8}">
      <dgm:prSet/>
      <dgm:spPr/>
      <dgm:t>
        <a:bodyPr/>
        <a:lstStyle/>
        <a:p>
          <a:endParaRPr lang="en-US"/>
        </a:p>
      </dgm:t>
    </dgm:pt>
    <dgm:pt modelId="{EFD57DE3-6714-4D4E-AF03-015F8A4A944E}" type="sibTrans" cxnId="{0B6B95EE-538D-4182-8BBF-ABEB4084A4A8}">
      <dgm:prSet/>
      <dgm:spPr/>
      <dgm:t>
        <a:bodyPr/>
        <a:lstStyle/>
        <a:p>
          <a:endParaRPr lang="en-US"/>
        </a:p>
      </dgm:t>
    </dgm:pt>
    <dgm:pt modelId="{6C010F7F-4D8B-46B8-9830-E0EE76DAF7F4}" type="pres">
      <dgm:prSet presAssocID="{912F153C-7096-4125-8E9F-08C24D79B3DE}" presName="root" presStyleCnt="0">
        <dgm:presLayoutVars>
          <dgm:dir/>
          <dgm:resizeHandles val="exact"/>
        </dgm:presLayoutVars>
      </dgm:prSet>
      <dgm:spPr/>
    </dgm:pt>
    <dgm:pt modelId="{C12742E3-14CD-47C7-96B8-68F79500AA10}" type="pres">
      <dgm:prSet presAssocID="{D39848DA-2355-4020-86B6-D6CBD4954569}" presName="compNode" presStyleCnt="0"/>
      <dgm:spPr/>
    </dgm:pt>
    <dgm:pt modelId="{7F568FB9-6583-4723-90D4-61FEDD323375}" type="pres">
      <dgm:prSet presAssocID="{D39848DA-2355-4020-86B6-D6CBD4954569}" presName="bgRect" presStyleLbl="bgShp" presStyleIdx="0" presStyleCnt="2"/>
      <dgm:spPr/>
    </dgm:pt>
    <dgm:pt modelId="{11C749B5-35C1-49CB-8FDD-A8D8B8FF377D}" type="pres">
      <dgm:prSet presAssocID="{D39848DA-2355-4020-86B6-D6CBD4954569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Registrar"/>
        </a:ext>
      </dgm:extLst>
    </dgm:pt>
    <dgm:pt modelId="{45ED5ECD-044A-4FF4-879B-2F64C1C79B6F}" type="pres">
      <dgm:prSet presAssocID="{D39848DA-2355-4020-86B6-D6CBD4954569}" presName="spaceRect" presStyleCnt="0"/>
      <dgm:spPr/>
    </dgm:pt>
    <dgm:pt modelId="{F4BA6DAB-DB8F-46AC-B598-24F96B7EAA34}" type="pres">
      <dgm:prSet presAssocID="{D39848DA-2355-4020-86B6-D6CBD4954569}" presName="parTx" presStyleLbl="revTx" presStyleIdx="0" presStyleCnt="2">
        <dgm:presLayoutVars>
          <dgm:chMax val="0"/>
          <dgm:chPref val="0"/>
        </dgm:presLayoutVars>
      </dgm:prSet>
      <dgm:spPr/>
    </dgm:pt>
    <dgm:pt modelId="{8D083043-F086-41D6-9F86-116878F9C927}" type="pres">
      <dgm:prSet presAssocID="{938A6FFD-530F-4B7E-B04A-9818CA7F6ECF}" presName="sibTrans" presStyleCnt="0"/>
      <dgm:spPr/>
    </dgm:pt>
    <dgm:pt modelId="{DEEF2878-98C5-49A7-B16B-EED33A701714}" type="pres">
      <dgm:prSet presAssocID="{21E292C2-222C-42D8-9AD0-F96C64CAA6FF}" presName="compNode" presStyleCnt="0"/>
      <dgm:spPr/>
    </dgm:pt>
    <dgm:pt modelId="{F1E2C2E0-ED3C-4345-B2DD-9D8355732960}" type="pres">
      <dgm:prSet presAssocID="{21E292C2-222C-42D8-9AD0-F96C64CAA6FF}" presName="bgRect" presStyleLbl="bgShp" presStyleIdx="1" presStyleCnt="2"/>
      <dgm:spPr/>
    </dgm:pt>
    <dgm:pt modelId="{88B37BC3-9343-483D-B774-9DAA0582CC97}" type="pres">
      <dgm:prSet presAssocID="{21E292C2-222C-42D8-9AD0-F96C64CAA6FF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Olho"/>
        </a:ext>
      </dgm:extLst>
    </dgm:pt>
    <dgm:pt modelId="{E17A3039-7FF6-4C2B-B114-403A9F2C231F}" type="pres">
      <dgm:prSet presAssocID="{21E292C2-222C-42D8-9AD0-F96C64CAA6FF}" presName="spaceRect" presStyleCnt="0"/>
      <dgm:spPr/>
    </dgm:pt>
    <dgm:pt modelId="{55995D9C-A8B4-4096-96CC-5F879B71F77D}" type="pres">
      <dgm:prSet presAssocID="{21E292C2-222C-42D8-9AD0-F96C64CAA6FF}" presName="parTx" presStyleLbl="revTx" presStyleIdx="1" presStyleCnt="2">
        <dgm:presLayoutVars>
          <dgm:chMax val="0"/>
          <dgm:chPref val="0"/>
        </dgm:presLayoutVars>
      </dgm:prSet>
      <dgm:spPr/>
    </dgm:pt>
  </dgm:ptLst>
  <dgm:cxnLst>
    <dgm:cxn modelId="{62DBFA11-4F72-4593-AE2F-6F4BC04112BA}" type="presOf" srcId="{D39848DA-2355-4020-86B6-D6CBD4954569}" destId="{F4BA6DAB-DB8F-46AC-B598-24F96B7EAA34}" srcOrd="0" destOrd="0" presId="urn:microsoft.com/office/officeart/2018/2/layout/IconVerticalSolidList"/>
    <dgm:cxn modelId="{1BAB0017-0B10-455C-B454-DAB5E9BA61F2}" type="presOf" srcId="{21E292C2-222C-42D8-9AD0-F96C64CAA6FF}" destId="{55995D9C-A8B4-4096-96CC-5F879B71F77D}" srcOrd="0" destOrd="0" presId="urn:microsoft.com/office/officeart/2018/2/layout/IconVerticalSolidList"/>
    <dgm:cxn modelId="{6BFF8047-7549-4EBC-B9C4-AB2D45EB3CBD}" srcId="{912F153C-7096-4125-8E9F-08C24D79B3DE}" destId="{D39848DA-2355-4020-86B6-D6CBD4954569}" srcOrd="0" destOrd="0" parTransId="{8C8A999D-EB94-47DD-81DE-3EB0A0E24CFD}" sibTransId="{938A6FFD-530F-4B7E-B04A-9818CA7F6ECF}"/>
    <dgm:cxn modelId="{4C05AE9B-324F-46C2-81DC-9ADC0E4439DB}" type="presOf" srcId="{912F153C-7096-4125-8E9F-08C24D79B3DE}" destId="{6C010F7F-4D8B-46B8-9830-E0EE76DAF7F4}" srcOrd="0" destOrd="0" presId="urn:microsoft.com/office/officeart/2018/2/layout/IconVerticalSolidList"/>
    <dgm:cxn modelId="{0B6B95EE-538D-4182-8BBF-ABEB4084A4A8}" srcId="{912F153C-7096-4125-8E9F-08C24D79B3DE}" destId="{21E292C2-222C-42D8-9AD0-F96C64CAA6FF}" srcOrd="1" destOrd="0" parTransId="{64CA0814-10A4-4D4C-9929-E33B5D3CBC93}" sibTransId="{EFD57DE3-6714-4D4E-AF03-015F8A4A944E}"/>
    <dgm:cxn modelId="{8A451FC7-EF84-46C7-A205-B5E1648F27C4}" type="presParOf" srcId="{6C010F7F-4D8B-46B8-9830-E0EE76DAF7F4}" destId="{C12742E3-14CD-47C7-96B8-68F79500AA10}" srcOrd="0" destOrd="0" presId="urn:microsoft.com/office/officeart/2018/2/layout/IconVerticalSolidList"/>
    <dgm:cxn modelId="{EEA14640-C529-41D1-936C-BEE7764CDF93}" type="presParOf" srcId="{C12742E3-14CD-47C7-96B8-68F79500AA10}" destId="{7F568FB9-6583-4723-90D4-61FEDD323375}" srcOrd="0" destOrd="0" presId="urn:microsoft.com/office/officeart/2018/2/layout/IconVerticalSolidList"/>
    <dgm:cxn modelId="{32130059-B6BF-4B37-A1F8-FE5A4955002F}" type="presParOf" srcId="{C12742E3-14CD-47C7-96B8-68F79500AA10}" destId="{11C749B5-35C1-49CB-8FDD-A8D8B8FF377D}" srcOrd="1" destOrd="0" presId="urn:microsoft.com/office/officeart/2018/2/layout/IconVerticalSolidList"/>
    <dgm:cxn modelId="{89888063-E63C-449E-8F8C-2DDD36D0C77D}" type="presParOf" srcId="{C12742E3-14CD-47C7-96B8-68F79500AA10}" destId="{45ED5ECD-044A-4FF4-879B-2F64C1C79B6F}" srcOrd="2" destOrd="0" presId="urn:microsoft.com/office/officeart/2018/2/layout/IconVerticalSolidList"/>
    <dgm:cxn modelId="{AA837F1D-DBFB-49D6-83E2-CF60C43ADC9A}" type="presParOf" srcId="{C12742E3-14CD-47C7-96B8-68F79500AA10}" destId="{F4BA6DAB-DB8F-46AC-B598-24F96B7EAA34}" srcOrd="3" destOrd="0" presId="urn:microsoft.com/office/officeart/2018/2/layout/IconVerticalSolidList"/>
    <dgm:cxn modelId="{2857C877-1C82-4647-9354-FB061DFCCD79}" type="presParOf" srcId="{6C010F7F-4D8B-46B8-9830-E0EE76DAF7F4}" destId="{8D083043-F086-41D6-9F86-116878F9C927}" srcOrd="1" destOrd="0" presId="urn:microsoft.com/office/officeart/2018/2/layout/IconVerticalSolidList"/>
    <dgm:cxn modelId="{B9B1A5B8-E935-4B09-A8A5-CABA489EC16C}" type="presParOf" srcId="{6C010F7F-4D8B-46B8-9830-E0EE76DAF7F4}" destId="{DEEF2878-98C5-49A7-B16B-EED33A701714}" srcOrd="2" destOrd="0" presId="urn:microsoft.com/office/officeart/2018/2/layout/IconVerticalSolidList"/>
    <dgm:cxn modelId="{09512CEE-06EE-46CC-A841-AF49C58A948C}" type="presParOf" srcId="{DEEF2878-98C5-49A7-B16B-EED33A701714}" destId="{F1E2C2E0-ED3C-4345-B2DD-9D8355732960}" srcOrd="0" destOrd="0" presId="urn:microsoft.com/office/officeart/2018/2/layout/IconVerticalSolidList"/>
    <dgm:cxn modelId="{44FA3413-0CCA-43A6-8EB9-BF11B559E7AC}" type="presParOf" srcId="{DEEF2878-98C5-49A7-B16B-EED33A701714}" destId="{88B37BC3-9343-483D-B774-9DAA0582CC97}" srcOrd="1" destOrd="0" presId="urn:microsoft.com/office/officeart/2018/2/layout/IconVerticalSolidList"/>
    <dgm:cxn modelId="{B0E4FCF0-C672-490B-9BEC-EC2847284510}" type="presParOf" srcId="{DEEF2878-98C5-49A7-B16B-EED33A701714}" destId="{E17A3039-7FF6-4C2B-B114-403A9F2C231F}" srcOrd="2" destOrd="0" presId="urn:microsoft.com/office/officeart/2018/2/layout/IconVerticalSolidList"/>
    <dgm:cxn modelId="{3217F2E2-FAD2-4EF2-B85F-7C88DE7CBD23}" type="presParOf" srcId="{DEEF2878-98C5-49A7-B16B-EED33A701714}" destId="{55995D9C-A8B4-4096-96CC-5F879B71F77D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C0ABC05-9A6C-4CFC-AA80-4705ADCA5B17}">
      <dsp:nvSpPr>
        <dsp:cNvPr id="0" name=""/>
        <dsp:cNvSpPr/>
      </dsp:nvSpPr>
      <dsp:spPr>
        <a:xfrm>
          <a:off x="0" y="2700"/>
          <a:ext cx="4718785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D11850E-33CB-44AB-A474-3F2570AADA8E}">
      <dsp:nvSpPr>
        <dsp:cNvPr id="0" name=""/>
        <dsp:cNvSpPr/>
      </dsp:nvSpPr>
      <dsp:spPr>
        <a:xfrm>
          <a:off x="0" y="2700"/>
          <a:ext cx="4718785" cy="184177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 dirty="0"/>
            <a:t>Sistema para </a:t>
          </a:r>
          <a:r>
            <a:rPr lang="en-US" sz="2900" kern="1200" dirty="0" err="1"/>
            <a:t>Monitoramento</a:t>
          </a:r>
          <a:r>
            <a:rPr lang="en-US" sz="2900" kern="1200" dirty="0"/>
            <a:t> de </a:t>
          </a:r>
          <a:r>
            <a:rPr lang="en-US" sz="2900" kern="1200" dirty="0" err="1"/>
            <a:t>Presença</a:t>
          </a:r>
          <a:r>
            <a:rPr lang="en-US" sz="2900" kern="1200" dirty="0"/>
            <a:t> e Gases </a:t>
          </a:r>
          <a:r>
            <a:rPr lang="en-US" sz="2900" kern="1200" dirty="0" err="1"/>
            <a:t>Tóxicos</a:t>
          </a:r>
          <a:r>
            <a:rPr lang="en-US" sz="2900" kern="1200" dirty="0"/>
            <a:t>/</a:t>
          </a:r>
          <a:r>
            <a:rPr lang="en-US" sz="2900" kern="1200" dirty="0" err="1"/>
            <a:t>Inflamáveis</a:t>
          </a:r>
          <a:r>
            <a:rPr lang="pt-BR" sz="2900" kern="1200" dirty="0"/>
            <a:t> – Safe Track</a:t>
          </a:r>
          <a:endParaRPr lang="en-US" sz="2900" kern="1200" dirty="0"/>
        </a:p>
      </dsp:txBody>
      <dsp:txXfrm>
        <a:off x="0" y="2700"/>
        <a:ext cx="4718785" cy="1841777"/>
      </dsp:txXfrm>
    </dsp:sp>
    <dsp:sp modelId="{C359EDBC-6682-4709-A3DC-F78F98C3684A}">
      <dsp:nvSpPr>
        <dsp:cNvPr id="0" name=""/>
        <dsp:cNvSpPr/>
      </dsp:nvSpPr>
      <dsp:spPr>
        <a:xfrm>
          <a:off x="0" y="1844478"/>
          <a:ext cx="4718785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1E78DD5-DAB6-46E6-BA05-1E1AAB700FF8}">
      <dsp:nvSpPr>
        <dsp:cNvPr id="0" name=""/>
        <dsp:cNvSpPr/>
      </dsp:nvSpPr>
      <dsp:spPr>
        <a:xfrm>
          <a:off x="0" y="1844478"/>
          <a:ext cx="4718785" cy="184177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/>
            <a:t>Versão: 1.0</a:t>
          </a:r>
        </a:p>
      </dsp:txBody>
      <dsp:txXfrm>
        <a:off x="0" y="1844478"/>
        <a:ext cx="4718785" cy="1841777"/>
      </dsp:txXfrm>
    </dsp:sp>
    <dsp:sp modelId="{14F625C6-EA7C-49EC-A1FC-B92896B78046}">
      <dsp:nvSpPr>
        <dsp:cNvPr id="0" name=""/>
        <dsp:cNvSpPr/>
      </dsp:nvSpPr>
      <dsp:spPr>
        <a:xfrm>
          <a:off x="0" y="3686256"/>
          <a:ext cx="4718785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615E398-1DD4-4C2D-89BE-1CABDDB5971D}">
      <dsp:nvSpPr>
        <dsp:cNvPr id="0" name=""/>
        <dsp:cNvSpPr/>
      </dsp:nvSpPr>
      <dsp:spPr>
        <a:xfrm>
          <a:off x="0" y="3686256"/>
          <a:ext cx="4718785" cy="184177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/>
            <a:t>Data: </a:t>
          </a:r>
          <a:r>
            <a:rPr lang="pt-BR" sz="2900" kern="1200"/>
            <a:t>10</a:t>
          </a:r>
          <a:r>
            <a:rPr lang="en-US" sz="2900" kern="1200"/>
            <a:t>/</a:t>
          </a:r>
          <a:r>
            <a:rPr lang="pt-BR" sz="2900" kern="1200"/>
            <a:t>12</a:t>
          </a:r>
          <a:r>
            <a:rPr lang="en-US" sz="2900" kern="1200"/>
            <a:t>/2025</a:t>
          </a:r>
        </a:p>
      </dsp:txBody>
      <dsp:txXfrm>
        <a:off x="0" y="3686256"/>
        <a:ext cx="4718785" cy="1841777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B0A69A0-86BE-4FDF-9D9F-4C51E6194CE9}">
      <dsp:nvSpPr>
        <dsp:cNvPr id="0" name=""/>
        <dsp:cNvSpPr/>
      </dsp:nvSpPr>
      <dsp:spPr>
        <a:xfrm>
          <a:off x="0" y="62778"/>
          <a:ext cx="4683949" cy="1032854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- Monitorar presença humana</a:t>
          </a:r>
        </a:p>
      </dsp:txBody>
      <dsp:txXfrm>
        <a:off x="50420" y="113198"/>
        <a:ext cx="4583109" cy="932014"/>
      </dsp:txXfrm>
    </dsp:sp>
    <dsp:sp modelId="{BF5FB976-30DE-4329-920F-F34C070EFB4B}">
      <dsp:nvSpPr>
        <dsp:cNvPr id="0" name=""/>
        <dsp:cNvSpPr/>
      </dsp:nvSpPr>
      <dsp:spPr>
        <a:xfrm>
          <a:off x="0" y="1170512"/>
          <a:ext cx="4683949" cy="1032854"/>
        </a:xfrm>
        <a:prstGeom prst="roundRect">
          <a:avLst/>
        </a:prstGeom>
        <a:solidFill>
          <a:schemeClr val="accent2">
            <a:hueOff val="1170380"/>
            <a:satOff val="-1460"/>
            <a:lumOff val="343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- Detectar gases tóxicos/inflamáveis</a:t>
          </a:r>
        </a:p>
      </dsp:txBody>
      <dsp:txXfrm>
        <a:off x="50420" y="1220932"/>
        <a:ext cx="4583109" cy="932014"/>
      </dsp:txXfrm>
    </dsp:sp>
    <dsp:sp modelId="{C1874840-8C22-4B3A-97E2-9BE3AFB5F309}">
      <dsp:nvSpPr>
        <dsp:cNvPr id="0" name=""/>
        <dsp:cNvSpPr/>
      </dsp:nvSpPr>
      <dsp:spPr>
        <a:xfrm>
          <a:off x="0" y="2278246"/>
          <a:ext cx="4683949" cy="1032854"/>
        </a:xfrm>
        <a:prstGeom prst="roundRect">
          <a:avLst/>
        </a:prstGeom>
        <a:solidFill>
          <a:schemeClr val="accent2">
            <a:hueOff val="2340759"/>
            <a:satOff val="-2919"/>
            <a:lumOff val="686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- Enviar dados para plataforma IoT</a:t>
          </a:r>
        </a:p>
      </dsp:txBody>
      <dsp:txXfrm>
        <a:off x="50420" y="2328666"/>
        <a:ext cx="4583109" cy="932014"/>
      </dsp:txXfrm>
    </dsp:sp>
    <dsp:sp modelId="{89DB41DF-72DA-4DDC-ABC7-A25BBC9BA1C8}">
      <dsp:nvSpPr>
        <dsp:cNvPr id="0" name=""/>
        <dsp:cNvSpPr/>
      </dsp:nvSpPr>
      <dsp:spPr>
        <a:xfrm>
          <a:off x="0" y="3385980"/>
          <a:ext cx="4683949" cy="1032854"/>
        </a:xfrm>
        <a:prstGeom prst="roundRect">
          <a:avLst/>
        </a:prstGeom>
        <a:solidFill>
          <a:schemeClr val="accent2">
            <a:hueOff val="3511139"/>
            <a:satOff val="-4379"/>
            <a:lumOff val="103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- Registrar histórico</a:t>
          </a:r>
        </a:p>
      </dsp:txBody>
      <dsp:txXfrm>
        <a:off x="50420" y="3436400"/>
        <a:ext cx="4583109" cy="932014"/>
      </dsp:txXfrm>
    </dsp:sp>
    <dsp:sp modelId="{ABCB7C54-789A-4E6C-B47F-6EE895C55C90}">
      <dsp:nvSpPr>
        <dsp:cNvPr id="0" name=""/>
        <dsp:cNvSpPr/>
      </dsp:nvSpPr>
      <dsp:spPr>
        <a:xfrm>
          <a:off x="0" y="4493714"/>
          <a:ext cx="4683949" cy="1032854"/>
        </a:xfrm>
        <a:prstGeom prst="roundRect">
          <a:avLst/>
        </a:prstGeom>
        <a:solidFill>
          <a:schemeClr val="accent2">
            <a:hueOff val="4681519"/>
            <a:satOff val="-5839"/>
            <a:lumOff val="1373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- Emitir alertas sonoro/visual</a:t>
          </a:r>
        </a:p>
      </dsp:txBody>
      <dsp:txXfrm>
        <a:off x="50420" y="4544134"/>
        <a:ext cx="4583109" cy="932014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BDDABC9-5858-4C6A-B2F4-1A99FA420370}">
      <dsp:nvSpPr>
        <dsp:cNvPr id="0" name=""/>
        <dsp:cNvSpPr/>
      </dsp:nvSpPr>
      <dsp:spPr>
        <a:xfrm>
          <a:off x="0" y="675"/>
          <a:ext cx="4718785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22689A0-03A3-49EC-B7E3-4260782D3B3F}">
      <dsp:nvSpPr>
        <dsp:cNvPr id="0" name=""/>
        <dsp:cNvSpPr/>
      </dsp:nvSpPr>
      <dsp:spPr>
        <a:xfrm>
          <a:off x="0" y="675"/>
          <a:ext cx="4718785" cy="55293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1910" tIns="41910" rIns="41910" bIns="41910" numCol="1" spcCol="1270" anchor="t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100" kern="1200" dirty="0"/>
            <a:t>RF-01  O sistema deve conter um sensor para medir o volume de gases tóxicos/inflamáveis presentes no ambiente. </a:t>
          </a:r>
          <a:r>
            <a:rPr lang="pt-PT" sz="1800" kern="1200" dirty="0">
              <a:sym typeface="Wingdings 2" panose="05020102010507070707" pitchFamily="18" charset="2"/>
            </a:rPr>
            <a:t></a:t>
          </a:r>
          <a:endParaRPr lang="en-US" sz="1800" kern="1200" dirty="0"/>
        </a:p>
      </dsp:txBody>
      <dsp:txXfrm>
        <a:off x="0" y="675"/>
        <a:ext cx="4718785" cy="552938"/>
      </dsp:txXfrm>
    </dsp:sp>
    <dsp:sp modelId="{8328EB1E-BD32-405D-9E42-90227A5F0362}">
      <dsp:nvSpPr>
        <dsp:cNvPr id="0" name=""/>
        <dsp:cNvSpPr/>
      </dsp:nvSpPr>
      <dsp:spPr>
        <a:xfrm>
          <a:off x="0" y="553613"/>
          <a:ext cx="4718785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8D3808E-FD8D-436F-8CB5-CF19430654DD}">
      <dsp:nvSpPr>
        <dsp:cNvPr id="0" name=""/>
        <dsp:cNvSpPr/>
      </dsp:nvSpPr>
      <dsp:spPr>
        <a:xfrm>
          <a:off x="0" y="553613"/>
          <a:ext cx="4718785" cy="55293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1910" tIns="41910" rIns="41910" bIns="41910" numCol="1" spcCol="1270" anchor="t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100" kern="1200" dirty="0"/>
            <a:t>RF-02    O sistema deve conter um sensor de presença. </a:t>
          </a:r>
          <a:r>
            <a:rPr lang="pt-PT" sz="1800" kern="1200" dirty="0">
              <a:sym typeface="Wingdings 2" panose="05020102010507070707" pitchFamily="18" charset="2"/>
            </a:rPr>
            <a:t></a:t>
          </a:r>
          <a:endParaRPr lang="pt-BR" sz="1800" kern="1200" dirty="0"/>
        </a:p>
      </dsp:txBody>
      <dsp:txXfrm>
        <a:off x="0" y="553613"/>
        <a:ext cx="4718785" cy="552938"/>
      </dsp:txXfrm>
    </dsp:sp>
    <dsp:sp modelId="{5C4296B2-2AFE-4690-B089-317E249984A0}">
      <dsp:nvSpPr>
        <dsp:cNvPr id="0" name=""/>
        <dsp:cNvSpPr/>
      </dsp:nvSpPr>
      <dsp:spPr>
        <a:xfrm>
          <a:off x="0" y="1106552"/>
          <a:ext cx="4718785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8E69FB7-9A69-4E26-A3E4-E00CCC9EE426}">
      <dsp:nvSpPr>
        <dsp:cNvPr id="0" name=""/>
        <dsp:cNvSpPr/>
      </dsp:nvSpPr>
      <dsp:spPr>
        <a:xfrm>
          <a:off x="0" y="1106552"/>
          <a:ext cx="4718785" cy="55293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1910" tIns="41910" rIns="41910" bIns="41910" numCol="1" spcCol="1270" anchor="t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100" kern="1200" dirty="0"/>
            <a:t>RF-03   O sistema deve identificar se foi atingido o nível de 400 ppm de gás. </a:t>
          </a:r>
          <a:r>
            <a:rPr lang="pt-PT" sz="1800" kern="1200" dirty="0">
              <a:sym typeface="Wingdings 2" panose="05020102010507070707" pitchFamily="18" charset="2"/>
            </a:rPr>
            <a:t></a:t>
          </a:r>
          <a:endParaRPr lang="pt-BR" sz="1800" kern="1200" dirty="0"/>
        </a:p>
      </dsp:txBody>
      <dsp:txXfrm>
        <a:off x="0" y="1106552"/>
        <a:ext cx="4718785" cy="552938"/>
      </dsp:txXfrm>
    </dsp:sp>
    <dsp:sp modelId="{0647D4E7-23C9-46A8-8597-D2678E82975A}">
      <dsp:nvSpPr>
        <dsp:cNvPr id="0" name=""/>
        <dsp:cNvSpPr/>
      </dsp:nvSpPr>
      <dsp:spPr>
        <a:xfrm>
          <a:off x="0" y="1659490"/>
          <a:ext cx="4718785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2C30A3E-28A9-429D-8F60-7271AEA916F8}">
      <dsp:nvSpPr>
        <dsp:cNvPr id="0" name=""/>
        <dsp:cNvSpPr/>
      </dsp:nvSpPr>
      <dsp:spPr>
        <a:xfrm>
          <a:off x="0" y="1659490"/>
          <a:ext cx="4718785" cy="55293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1910" tIns="41910" rIns="41910" bIns="41910" numCol="1" spcCol="1270" anchor="t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100" kern="1200" dirty="0"/>
            <a:t>RF-04  O sistema deve transmitir dados indicando se há presença de pessoas e ou volume de gás a cada 1 minutos via rede sem fio para servidor IoT.</a:t>
          </a:r>
          <a:endParaRPr lang="pt-BR" sz="1100" kern="1200" dirty="0"/>
        </a:p>
      </dsp:txBody>
      <dsp:txXfrm>
        <a:off x="0" y="1659490"/>
        <a:ext cx="4718785" cy="552938"/>
      </dsp:txXfrm>
    </dsp:sp>
    <dsp:sp modelId="{F172999B-CBCF-4E84-AB6C-433C434652B1}">
      <dsp:nvSpPr>
        <dsp:cNvPr id="0" name=""/>
        <dsp:cNvSpPr/>
      </dsp:nvSpPr>
      <dsp:spPr>
        <a:xfrm>
          <a:off x="0" y="2212429"/>
          <a:ext cx="4718785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78F9617-1ECC-4D4B-BDDB-79A31F1D5554}">
      <dsp:nvSpPr>
        <dsp:cNvPr id="0" name=""/>
        <dsp:cNvSpPr/>
      </dsp:nvSpPr>
      <dsp:spPr>
        <a:xfrm>
          <a:off x="0" y="2212429"/>
          <a:ext cx="4718785" cy="55293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1910" tIns="41910" rIns="41910" bIns="41910" numCol="1" spcCol="1270" anchor="t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100" kern="1200" dirty="0"/>
            <a:t>RF-05   Armazenar localmente até 24h de medições em caso de falha de conexão. </a:t>
          </a:r>
          <a:r>
            <a:rPr lang="pt-PT" sz="1800" kern="1200" dirty="0">
              <a:sym typeface="Wingdings 2" panose="05020102010507070707" pitchFamily="18" charset="2"/>
            </a:rPr>
            <a:t></a:t>
          </a:r>
          <a:endParaRPr lang="pt-BR" sz="1800" kern="1200" dirty="0"/>
        </a:p>
      </dsp:txBody>
      <dsp:txXfrm>
        <a:off x="0" y="2212429"/>
        <a:ext cx="4718785" cy="552938"/>
      </dsp:txXfrm>
    </dsp:sp>
    <dsp:sp modelId="{12207EB9-06CE-4763-B8A6-ACD7843DC888}">
      <dsp:nvSpPr>
        <dsp:cNvPr id="0" name=""/>
        <dsp:cNvSpPr/>
      </dsp:nvSpPr>
      <dsp:spPr>
        <a:xfrm>
          <a:off x="0" y="2765367"/>
          <a:ext cx="4718785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0F73029-5233-4132-BC01-89EE6C38E8E3}">
      <dsp:nvSpPr>
        <dsp:cNvPr id="0" name=""/>
        <dsp:cNvSpPr/>
      </dsp:nvSpPr>
      <dsp:spPr>
        <a:xfrm>
          <a:off x="0" y="2765367"/>
          <a:ext cx="4718785" cy="55293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1910" tIns="41910" rIns="41910" bIns="41910" numCol="1" spcCol="1270" anchor="t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100" kern="1200" dirty="0"/>
            <a:t>RF-06    Verificar se há presença de pessoas no ambiente confinado. </a:t>
          </a:r>
          <a:r>
            <a:rPr lang="pt-PT" sz="1800" kern="1200" dirty="0">
              <a:sym typeface="Wingdings 2" panose="05020102010507070707" pitchFamily="18" charset="2"/>
            </a:rPr>
            <a:t></a:t>
          </a:r>
          <a:endParaRPr lang="pt-BR" sz="1800" kern="1200" dirty="0"/>
        </a:p>
      </dsp:txBody>
      <dsp:txXfrm>
        <a:off x="0" y="2765367"/>
        <a:ext cx="4718785" cy="552938"/>
      </dsp:txXfrm>
    </dsp:sp>
    <dsp:sp modelId="{AC5FC2CB-F7F7-44FC-8FAC-8721A03FF58E}">
      <dsp:nvSpPr>
        <dsp:cNvPr id="0" name=""/>
        <dsp:cNvSpPr/>
      </dsp:nvSpPr>
      <dsp:spPr>
        <a:xfrm>
          <a:off x="0" y="3318305"/>
          <a:ext cx="4718785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7AD1B85-C95B-4A54-BDB6-6C6A755C4AE8}">
      <dsp:nvSpPr>
        <dsp:cNvPr id="0" name=""/>
        <dsp:cNvSpPr/>
      </dsp:nvSpPr>
      <dsp:spPr>
        <a:xfrm>
          <a:off x="0" y="3318305"/>
          <a:ext cx="4718785" cy="55293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1910" tIns="41910" rIns="41910" bIns="41910" numCol="1" spcCol="1270" anchor="t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100" kern="1200" dirty="0"/>
            <a:t>RF-07  Interface de rede para realizar a comunicação do embarcado com a plataforma IoT.</a:t>
          </a:r>
          <a:endParaRPr lang="pt-BR" sz="1100" kern="1200" dirty="0"/>
        </a:p>
      </dsp:txBody>
      <dsp:txXfrm>
        <a:off x="0" y="3318305"/>
        <a:ext cx="4718785" cy="552938"/>
      </dsp:txXfrm>
    </dsp:sp>
    <dsp:sp modelId="{D165BDD2-B9AA-4253-BF88-59304FC695C4}">
      <dsp:nvSpPr>
        <dsp:cNvPr id="0" name=""/>
        <dsp:cNvSpPr/>
      </dsp:nvSpPr>
      <dsp:spPr>
        <a:xfrm>
          <a:off x="0" y="3871244"/>
          <a:ext cx="4718785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1BACDAA-6B5D-49DE-8C86-DBB71516C7A9}">
      <dsp:nvSpPr>
        <dsp:cNvPr id="0" name=""/>
        <dsp:cNvSpPr/>
      </dsp:nvSpPr>
      <dsp:spPr>
        <a:xfrm>
          <a:off x="0" y="3871244"/>
          <a:ext cx="4718785" cy="55293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1910" tIns="41910" rIns="41910" bIns="41910" numCol="1" spcCol="1270" anchor="t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100" kern="1200" dirty="0"/>
            <a:t>RF-08	Dispositivo para emitir alarme sonoro caso o sensor de gases detecte mais de 400 ppm e tenha pessoas no ambiente. </a:t>
          </a:r>
          <a:r>
            <a:rPr lang="pt-PT" sz="1800" kern="1200" dirty="0">
              <a:sym typeface="Wingdings 2" panose="05020102010507070707" pitchFamily="18" charset="2"/>
            </a:rPr>
            <a:t></a:t>
          </a:r>
          <a:endParaRPr lang="pt-BR" sz="1800" kern="1200" dirty="0"/>
        </a:p>
      </dsp:txBody>
      <dsp:txXfrm>
        <a:off x="0" y="3871244"/>
        <a:ext cx="4718785" cy="552938"/>
      </dsp:txXfrm>
    </dsp:sp>
    <dsp:sp modelId="{CF70A836-1006-4207-93C8-D8E9AF7B95B5}">
      <dsp:nvSpPr>
        <dsp:cNvPr id="0" name=""/>
        <dsp:cNvSpPr/>
      </dsp:nvSpPr>
      <dsp:spPr>
        <a:xfrm>
          <a:off x="0" y="4424182"/>
          <a:ext cx="4718785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B70572E-A80C-4C91-A76B-F346B86FC0FA}">
      <dsp:nvSpPr>
        <dsp:cNvPr id="0" name=""/>
        <dsp:cNvSpPr/>
      </dsp:nvSpPr>
      <dsp:spPr>
        <a:xfrm>
          <a:off x="0" y="4424182"/>
          <a:ext cx="4718785" cy="55293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1910" tIns="41910" rIns="41910" bIns="41910" numCol="1" spcCol="1270" anchor="t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100" kern="1200" dirty="0"/>
            <a:t>RF-09 – Led para indicar caso o sensor de gases detecte mais de 400 ppm e tenha pessoas no ambiente. </a:t>
          </a:r>
          <a:r>
            <a:rPr lang="pt-PT" sz="1800" kern="1200" dirty="0">
              <a:sym typeface="Wingdings 2" panose="05020102010507070707" pitchFamily="18" charset="2"/>
            </a:rPr>
            <a:t></a:t>
          </a:r>
          <a:endParaRPr lang="pt-BR" sz="1800" kern="1200" dirty="0"/>
        </a:p>
      </dsp:txBody>
      <dsp:txXfrm>
        <a:off x="0" y="4424182"/>
        <a:ext cx="4718785" cy="552938"/>
      </dsp:txXfrm>
    </dsp:sp>
    <dsp:sp modelId="{D205C6B0-0CC1-4C18-A70F-B947AF177780}">
      <dsp:nvSpPr>
        <dsp:cNvPr id="0" name=""/>
        <dsp:cNvSpPr/>
      </dsp:nvSpPr>
      <dsp:spPr>
        <a:xfrm>
          <a:off x="0" y="4977121"/>
          <a:ext cx="4718785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561691F-AC23-4673-8E3B-429A97BBB31D}">
      <dsp:nvSpPr>
        <dsp:cNvPr id="0" name=""/>
        <dsp:cNvSpPr/>
      </dsp:nvSpPr>
      <dsp:spPr>
        <a:xfrm>
          <a:off x="0" y="4977121"/>
          <a:ext cx="4718785" cy="55293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1910" tIns="41910" rIns="41910" bIns="41910" numCol="1" spcCol="1270" anchor="t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100" kern="1200" dirty="0"/>
            <a:t>RF-10 – O sistema deve conter um microcontrolador. </a:t>
          </a:r>
          <a:r>
            <a:rPr lang="pt-PT" sz="1800" kern="1200" dirty="0">
              <a:sym typeface="Wingdings 2" panose="05020102010507070707" pitchFamily="18" charset="2"/>
            </a:rPr>
            <a:t></a:t>
          </a:r>
          <a:endParaRPr lang="pt-BR" sz="1800" kern="1200" dirty="0"/>
        </a:p>
      </dsp:txBody>
      <dsp:txXfrm>
        <a:off x="0" y="4977121"/>
        <a:ext cx="4718785" cy="552938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89CCAF9-1AF9-4BBE-BA0A-9C85A0630B0A}">
      <dsp:nvSpPr>
        <dsp:cNvPr id="0" name=""/>
        <dsp:cNvSpPr/>
      </dsp:nvSpPr>
      <dsp:spPr>
        <a:xfrm>
          <a:off x="0" y="62993"/>
          <a:ext cx="4683949" cy="1759680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l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/>
            <a:t>- Recepção e armazenamento em nuvem</a:t>
          </a:r>
        </a:p>
      </dsp:txBody>
      <dsp:txXfrm>
        <a:off x="85900" y="148893"/>
        <a:ext cx="4512149" cy="1587880"/>
      </dsp:txXfrm>
    </dsp:sp>
    <dsp:sp modelId="{914D5B57-5C00-464D-A218-530A36464CC7}">
      <dsp:nvSpPr>
        <dsp:cNvPr id="0" name=""/>
        <dsp:cNvSpPr/>
      </dsp:nvSpPr>
      <dsp:spPr>
        <a:xfrm>
          <a:off x="0" y="1914833"/>
          <a:ext cx="4683949" cy="1759680"/>
        </a:xfrm>
        <a:prstGeom prst="roundRect">
          <a:avLst/>
        </a:prstGeom>
        <a:solidFill>
          <a:schemeClr val="accent2">
            <a:hueOff val="2340759"/>
            <a:satOff val="-2919"/>
            <a:lumOff val="686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l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/>
            <a:t>- Visualização de dados em tempo real</a:t>
          </a:r>
        </a:p>
      </dsp:txBody>
      <dsp:txXfrm>
        <a:off x="85900" y="2000733"/>
        <a:ext cx="4512149" cy="1587880"/>
      </dsp:txXfrm>
    </dsp:sp>
    <dsp:sp modelId="{B94E51C5-BE1C-43BF-A9DF-2AA65679E754}">
      <dsp:nvSpPr>
        <dsp:cNvPr id="0" name=""/>
        <dsp:cNvSpPr/>
      </dsp:nvSpPr>
      <dsp:spPr>
        <a:xfrm>
          <a:off x="0" y="3766673"/>
          <a:ext cx="4683949" cy="1759680"/>
        </a:xfrm>
        <a:prstGeom prst="roundRect">
          <a:avLst/>
        </a:prstGeom>
        <a:solidFill>
          <a:schemeClr val="accent2">
            <a:hueOff val="4681519"/>
            <a:satOff val="-5839"/>
            <a:lumOff val="1373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l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/>
            <a:t>- Histórico de medições</a:t>
          </a:r>
        </a:p>
      </dsp:txBody>
      <dsp:txXfrm>
        <a:off x="85900" y="3852573"/>
        <a:ext cx="4512149" cy="1587880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3472008-28AA-4F96-ACCB-2FC7C1EBDE0F}">
      <dsp:nvSpPr>
        <dsp:cNvPr id="0" name=""/>
        <dsp:cNvSpPr/>
      </dsp:nvSpPr>
      <dsp:spPr>
        <a:xfrm>
          <a:off x="0" y="40403"/>
          <a:ext cx="4683949" cy="2685149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82880" tIns="182880" rIns="182880" bIns="182880" numCol="1" spcCol="1270" anchor="ctr" anchorCtr="0">
          <a:noAutofit/>
        </a:bodyPr>
        <a:lstStyle/>
        <a:p>
          <a:pPr marL="0" lvl="0" indent="0" algn="l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kern="1200"/>
            <a:t>- Operação: -10 °C a 50 °C</a:t>
          </a:r>
        </a:p>
      </dsp:txBody>
      <dsp:txXfrm>
        <a:off x="131078" y="171481"/>
        <a:ext cx="4421793" cy="2422993"/>
      </dsp:txXfrm>
    </dsp:sp>
    <dsp:sp modelId="{9CFEF850-5BE8-4396-8996-DE0A83DBF9EC}">
      <dsp:nvSpPr>
        <dsp:cNvPr id="0" name=""/>
        <dsp:cNvSpPr/>
      </dsp:nvSpPr>
      <dsp:spPr>
        <a:xfrm>
          <a:off x="0" y="2863793"/>
          <a:ext cx="4683949" cy="2685149"/>
        </a:xfrm>
        <a:prstGeom prst="roundRect">
          <a:avLst/>
        </a:prstGeom>
        <a:solidFill>
          <a:schemeClr val="accent2">
            <a:hueOff val="4681519"/>
            <a:satOff val="-5839"/>
            <a:lumOff val="1373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82880" tIns="182880" rIns="182880" bIns="182880" numCol="1" spcCol="1270" anchor="ctr" anchorCtr="0">
          <a:noAutofit/>
        </a:bodyPr>
        <a:lstStyle/>
        <a:p>
          <a:pPr marL="0" lvl="0" indent="0" algn="l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kern="1200"/>
            <a:t>- Autonomia: 8 horas com power bank</a:t>
          </a:r>
        </a:p>
      </dsp:txBody>
      <dsp:txXfrm>
        <a:off x="131078" y="2994871"/>
        <a:ext cx="4421793" cy="2422993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30FFA62-12F0-41AE-BBE7-B964757E2F5F}">
      <dsp:nvSpPr>
        <dsp:cNvPr id="0" name=""/>
        <dsp:cNvSpPr/>
      </dsp:nvSpPr>
      <dsp:spPr>
        <a:xfrm>
          <a:off x="0" y="446033"/>
          <a:ext cx="4683949" cy="1113840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/>
            <a:t>- Operar 24h enviando e registrando dados sem falhas</a:t>
          </a:r>
        </a:p>
      </dsp:txBody>
      <dsp:txXfrm>
        <a:off x="54373" y="500406"/>
        <a:ext cx="4575203" cy="1005094"/>
      </dsp:txXfrm>
    </dsp:sp>
    <dsp:sp modelId="{08346749-3814-4025-8E2B-B5C2DBFCF0D3}">
      <dsp:nvSpPr>
        <dsp:cNvPr id="0" name=""/>
        <dsp:cNvSpPr/>
      </dsp:nvSpPr>
      <dsp:spPr>
        <a:xfrm>
          <a:off x="0" y="1640513"/>
          <a:ext cx="4683949" cy="1113840"/>
        </a:xfrm>
        <a:prstGeom prst="roundRect">
          <a:avLst/>
        </a:prstGeom>
        <a:solidFill>
          <a:schemeClr val="accent2">
            <a:hueOff val="1560506"/>
            <a:satOff val="-1946"/>
            <a:lumOff val="458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/>
            <a:t>- Detectar corretamente presença e gases</a:t>
          </a:r>
        </a:p>
      </dsp:txBody>
      <dsp:txXfrm>
        <a:off x="54373" y="1694886"/>
        <a:ext cx="4575203" cy="1005094"/>
      </dsp:txXfrm>
    </dsp:sp>
    <dsp:sp modelId="{4D46A582-DD46-4653-8DEA-039D79EC8DE1}">
      <dsp:nvSpPr>
        <dsp:cNvPr id="0" name=""/>
        <dsp:cNvSpPr/>
      </dsp:nvSpPr>
      <dsp:spPr>
        <a:xfrm>
          <a:off x="0" y="2834993"/>
          <a:ext cx="4683949" cy="1113840"/>
        </a:xfrm>
        <a:prstGeom prst="roundRect">
          <a:avLst/>
        </a:prstGeom>
        <a:solidFill>
          <a:schemeClr val="accent2">
            <a:hueOff val="3121013"/>
            <a:satOff val="-3893"/>
            <a:lumOff val="915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/>
            <a:t>- Acionar alarmes em situações de risco</a:t>
          </a:r>
        </a:p>
      </dsp:txBody>
      <dsp:txXfrm>
        <a:off x="54373" y="2889366"/>
        <a:ext cx="4575203" cy="1005094"/>
      </dsp:txXfrm>
    </dsp:sp>
    <dsp:sp modelId="{E9B0B745-AA41-4FBA-B3CF-5F8807EC9911}">
      <dsp:nvSpPr>
        <dsp:cNvPr id="0" name=""/>
        <dsp:cNvSpPr/>
      </dsp:nvSpPr>
      <dsp:spPr>
        <a:xfrm>
          <a:off x="0" y="4029473"/>
          <a:ext cx="4683949" cy="1113840"/>
        </a:xfrm>
        <a:prstGeom prst="roundRect">
          <a:avLst/>
        </a:prstGeom>
        <a:solidFill>
          <a:schemeClr val="accent2">
            <a:hueOff val="4681519"/>
            <a:satOff val="-5839"/>
            <a:lumOff val="1373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/>
            <a:t>- Comunicação com plataforma IoT</a:t>
          </a:r>
        </a:p>
      </dsp:txBody>
      <dsp:txXfrm>
        <a:off x="54373" y="4083846"/>
        <a:ext cx="4575203" cy="1005094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3A9D1F3-498E-4780-94F5-26743A939192}">
      <dsp:nvSpPr>
        <dsp:cNvPr id="0" name=""/>
        <dsp:cNvSpPr/>
      </dsp:nvSpPr>
      <dsp:spPr>
        <a:xfrm>
          <a:off x="0" y="250193"/>
          <a:ext cx="4683949" cy="575639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- Sensor de presença</a:t>
          </a:r>
        </a:p>
      </dsp:txBody>
      <dsp:txXfrm>
        <a:off x="28100" y="278293"/>
        <a:ext cx="4627749" cy="519439"/>
      </dsp:txXfrm>
    </dsp:sp>
    <dsp:sp modelId="{8C9FE107-47C0-426E-8312-BDFF9B9D49FF}">
      <dsp:nvSpPr>
        <dsp:cNvPr id="0" name=""/>
        <dsp:cNvSpPr/>
      </dsp:nvSpPr>
      <dsp:spPr>
        <a:xfrm>
          <a:off x="0" y="894953"/>
          <a:ext cx="4683949" cy="575639"/>
        </a:xfrm>
        <a:prstGeom prst="roundRect">
          <a:avLst/>
        </a:prstGeom>
        <a:solidFill>
          <a:schemeClr val="accent2">
            <a:hueOff val="668788"/>
            <a:satOff val="-834"/>
            <a:lumOff val="196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- Sensor de gás</a:t>
          </a:r>
        </a:p>
      </dsp:txBody>
      <dsp:txXfrm>
        <a:off x="28100" y="923053"/>
        <a:ext cx="4627749" cy="519439"/>
      </dsp:txXfrm>
    </dsp:sp>
    <dsp:sp modelId="{7ED26D61-CF47-4C06-B8FB-45CD1B2D1B0D}">
      <dsp:nvSpPr>
        <dsp:cNvPr id="0" name=""/>
        <dsp:cNvSpPr/>
      </dsp:nvSpPr>
      <dsp:spPr>
        <a:xfrm>
          <a:off x="0" y="1539713"/>
          <a:ext cx="4683949" cy="575639"/>
        </a:xfrm>
        <a:prstGeom prst="roundRect">
          <a:avLst/>
        </a:prstGeom>
        <a:solidFill>
          <a:schemeClr val="accent2">
            <a:hueOff val="1337577"/>
            <a:satOff val="-1668"/>
            <a:lumOff val="392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- LED de alerta</a:t>
          </a:r>
        </a:p>
      </dsp:txBody>
      <dsp:txXfrm>
        <a:off x="28100" y="1567813"/>
        <a:ext cx="4627749" cy="519439"/>
      </dsp:txXfrm>
    </dsp:sp>
    <dsp:sp modelId="{D294430A-7070-489F-BDF6-F00C3D09EBD5}">
      <dsp:nvSpPr>
        <dsp:cNvPr id="0" name=""/>
        <dsp:cNvSpPr/>
      </dsp:nvSpPr>
      <dsp:spPr>
        <a:xfrm>
          <a:off x="0" y="2184473"/>
          <a:ext cx="4683949" cy="575639"/>
        </a:xfrm>
        <a:prstGeom prst="roundRect">
          <a:avLst/>
        </a:prstGeom>
        <a:solidFill>
          <a:schemeClr val="accent2">
            <a:hueOff val="2006365"/>
            <a:satOff val="-2502"/>
            <a:lumOff val="588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- Comunicação com plataforma IoT</a:t>
          </a:r>
        </a:p>
      </dsp:txBody>
      <dsp:txXfrm>
        <a:off x="28100" y="2212573"/>
        <a:ext cx="4627749" cy="519439"/>
      </dsp:txXfrm>
    </dsp:sp>
    <dsp:sp modelId="{5D357720-81DD-45CE-B62B-9561A4C7F31D}">
      <dsp:nvSpPr>
        <dsp:cNvPr id="0" name=""/>
        <dsp:cNvSpPr/>
      </dsp:nvSpPr>
      <dsp:spPr>
        <a:xfrm>
          <a:off x="0" y="2829233"/>
          <a:ext cx="4683949" cy="575639"/>
        </a:xfrm>
        <a:prstGeom prst="roundRect">
          <a:avLst/>
        </a:prstGeom>
        <a:solidFill>
          <a:schemeClr val="accent2">
            <a:hueOff val="2675154"/>
            <a:satOff val="-3337"/>
            <a:lumOff val="785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- Armazenamento local</a:t>
          </a:r>
        </a:p>
      </dsp:txBody>
      <dsp:txXfrm>
        <a:off x="28100" y="2857333"/>
        <a:ext cx="4627749" cy="519439"/>
      </dsp:txXfrm>
    </dsp:sp>
    <dsp:sp modelId="{0FC09AF6-EF8D-41E5-8F71-0D8EC93FE71D}">
      <dsp:nvSpPr>
        <dsp:cNvPr id="0" name=""/>
        <dsp:cNvSpPr/>
      </dsp:nvSpPr>
      <dsp:spPr>
        <a:xfrm>
          <a:off x="0" y="3473993"/>
          <a:ext cx="4683949" cy="575639"/>
        </a:xfrm>
        <a:prstGeom prst="roundRect">
          <a:avLst/>
        </a:prstGeom>
        <a:solidFill>
          <a:schemeClr val="accent2">
            <a:hueOff val="3343942"/>
            <a:satOff val="-4171"/>
            <a:lumOff val="981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- Interface de rede</a:t>
          </a:r>
        </a:p>
      </dsp:txBody>
      <dsp:txXfrm>
        <a:off x="28100" y="3502093"/>
        <a:ext cx="4627749" cy="519439"/>
      </dsp:txXfrm>
    </dsp:sp>
    <dsp:sp modelId="{0086B562-A04F-413C-90B0-5CC0A737942B}">
      <dsp:nvSpPr>
        <dsp:cNvPr id="0" name=""/>
        <dsp:cNvSpPr/>
      </dsp:nvSpPr>
      <dsp:spPr>
        <a:xfrm>
          <a:off x="0" y="4118753"/>
          <a:ext cx="4683949" cy="575639"/>
        </a:xfrm>
        <a:prstGeom prst="roundRect">
          <a:avLst/>
        </a:prstGeom>
        <a:solidFill>
          <a:schemeClr val="accent2">
            <a:hueOff val="4012731"/>
            <a:satOff val="-5005"/>
            <a:lumOff val="1177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- Alarme sonoro</a:t>
          </a:r>
        </a:p>
      </dsp:txBody>
      <dsp:txXfrm>
        <a:off x="28100" y="4146853"/>
        <a:ext cx="4627749" cy="519439"/>
      </dsp:txXfrm>
    </dsp:sp>
    <dsp:sp modelId="{F285448C-8851-4DB1-9675-B04F394EC9DB}">
      <dsp:nvSpPr>
        <dsp:cNvPr id="0" name=""/>
        <dsp:cNvSpPr/>
      </dsp:nvSpPr>
      <dsp:spPr>
        <a:xfrm>
          <a:off x="0" y="4763513"/>
          <a:ext cx="4683949" cy="575639"/>
        </a:xfrm>
        <a:prstGeom prst="roundRect">
          <a:avLst/>
        </a:prstGeom>
        <a:solidFill>
          <a:schemeClr val="accent2">
            <a:hueOff val="4681519"/>
            <a:satOff val="-5839"/>
            <a:lumOff val="1373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- Microcontrolador</a:t>
          </a:r>
        </a:p>
      </dsp:txBody>
      <dsp:txXfrm>
        <a:off x="28100" y="4791613"/>
        <a:ext cx="4627749" cy="519439"/>
      </dsp:txXfrm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F568FB9-6583-4723-90D4-61FEDD323375}">
      <dsp:nvSpPr>
        <dsp:cNvPr id="0" name=""/>
        <dsp:cNvSpPr/>
      </dsp:nvSpPr>
      <dsp:spPr>
        <a:xfrm>
          <a:off x="0" y="908268"/>
          <a:ext cx="4683949" cy="1676804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1C749B5-35C1-49CB-8FDD-A8D8B8FF377D}">
      <dsp:nvSpPr>
        <dsp:cNvPr id="0" name=""/>
        <dsp:cNvSpPr/>
      </dsp:nvSpPr>
      <dsp:spPr>
        <a:xfrm>
          <a:off x="507233" y="1285549"/>
          <a:ext cx="922242" cy="922242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4BA6DAB-DB8F-46AC-B598-24F96B7EAA34}">
      <dsp:nvSpPr>
        <dsp:cNvPr id="0" name=""/>
        <dsp:cNvSpPr/>
      </dsp:nvSpPr>
      <dsp:spPr>
        <a:xfrm>
          <a:off x="1936708" y="908268"/>
          <a:ext cx="2747240" cy="167680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7462" tIns="177462" rIns="177462" bIns="177462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- Upload e recebimento de dados</a:t>
          </a:r>
        </a:p>
      </dsp:txBody>
      <dsp:txXfrm>
        <a:off x="1936708" y="908268"/>
        <a:ext cx="2747240" cy="1676804"/>
      </dsp:txXfrm>
    </dsp:sp>
    <dsp:sp modelId="{F1E2C2E0-ED3C-4345-B2DD-9D8355732960}">
      <dsp:nvSpPr>
        <dsp:cNvPr id="0" name=""/>
        <dsp:cNvSpPr/>
      </dsp:nvSpPr>
      <dsp:spPr>
        <a:xfrm>
          <a:off x="0" y="3004274"/>
          <a:ext cx="4683949" cy="1676804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8B37BC3-9343-483D-B774-9DAA0582CC97}">
      <dsp:nvSpPr>
        <dsp:cNvPr id="0" name=""/>
        <dsp:cNvSpPr/>
      </dsp:nvSpPr>
      <dsp:spPr>
        <a:xfrm>
          <a:off x="507233" y="3381554"/>
          <a:ext cx="922242" cy="922242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5995D9C-A8B4-4096-96CC-5F879B71F77D}">
      <dsp:nvSpPr>
        <dsp:cNvPr id="0" name=""/>
        <dsp:cNvSpPr/>
      </dsp:nvSpPr>
      <dsp:spPr>
        <a:xfrm>
          <a:off x="1936708" y="3004274"/>
          <a:ext cx="2747240" cy="167680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7462" tIns="177462" rIns="177462" bIns="177462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- Acesso e visualização de medições</a:t>
          </a:r>
        </a:p>
      </dsp:txBody>
      <dsp:txXfrm>
        <a:off x="1936708" y="3004274"/>
        <a:ext cx="2747240" cy="167680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7.xml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7.xml"/><Relationship Id="rId5" Type="http://schemas.openxmlformats.org/officeDocument/2006/relationships/diagramColors" Target="../diagrams/colors7.xml"/><Relationship Id="rId4" Type="http://schemas.openxmlformats.org/officeDocument/2006/relationships/diagramQuickStyle" Target="../diagrams/quickStyle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8.xml"/><Relationship Id="rId2" Type="http://schemas.openxmlformats.org/officeDocument/2006/relationships/diagramData" Target="../diagrams/data8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8.xml"/><Relationship Id="rId5" Type="http://schemas.openxmlformats.org/officeDocument/2006/relationships/diagramColors" Target="../diagrams/colors8.xml"/><Relationship Id="rId4" Type="http://schemas.openxmlformats.org/officeDocument/2006/relationships/diagramQuickStyle" Target="../diagrams/quickStyl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9DBC8166-481C-4473-95F5-9A5B9073B7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A5A5CE6E-90AF-4D43-A014-1F9EC83EB9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3384350" cy="6858000"/>
          </a:xfrm>
          <a:custGeom>
            <a:avLst/>
            <a:gdLst>
              <a:gd name="connsiteX0" fmla="*/ 0 w 4512467"/>
              <a:gd name="connsiteY0" fmla="*/ 0 h 6858000"/>
              <a:gd name="connsiteX1" fmla="*/ 2579526 w 4512467"/>
              <a:gd name="connsiteY1" fmla="*/ 0 h 6858000"/>
              <a:gd name="connsiteX2" fmla="*/ 2583267 w 4512467"/>
              <a:gd name="connsiteY2" fmla="*/ 2151 h 6858000"/>
              <a:gd name="connsiteX3" fmla="*/ 4512467 w 4512467"/>
              <a:gd name="connsiteY3" fmla="*/ 3429000 h 6858000"/>
              <a:gd name="connsiteX4" fmla="*/ 2583267 w 4512467"/>
              <a:gd name="connsiteY4" fmla="*/ 6855849 h 6858000"/>
              <a:gd name="connsiteX5" fmla="*/ 2579526 w 4512467"/>
              <a:gd name="connsiteY5" fmla="*/ 6858000 h 6858000"/>
              <a:gd name="connsiteX6" fmla="*/ 0 w 451246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512467" h="6858000">
                <a:moveTo>
                  <a:pt x="0" y="0"/>
                </a:moveTo>
                <a:lnTo>
                  <a:pt x="2579526" y="0"/>
                </a:lnTo>
                <a:lnTo>
                  <a:pt x="2583267" y="2151"/>
                </a:lnTo>
                <a:cubicBezTo>
                  <a:pt x="3739868" y="704919"/>
                  <a:pt x="4512467" y="1976735"/>
                  <a:pt x="4512467" y="3429000"/>
                </a:cubicBezTo>
                <a:cubicBezTo>
                  <a:pt x="4512467" y="4881266"/>
                  <a:pt x="3739868" y="6153081"/>
                  <a:pt x="2583267" y="6855849"/>
                </a:cubicBezTo>
                <a:lnTo>
                  <a:pt x="2579526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643467"/>
            <a:ext cx="2213403" cy="5571066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pt-BR" sz="2400">
                <a:solidFill>
                  <a:srgbClr val="FFFFFF"/>
                </a:solidFill>
              </a:rPr>
              <a:t>Sistema de Monitoramento de Presença e Gases – Safe Track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8103AAE5-8D28-3460-859E-4A28BBB1AA8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512249181"/>
              </p:ext>
            </p:extLst>
          </p:nvPr>
        </p:nvGraphicFramePr>
        <p:xfrm>
          <a:off x="3905730" y="643466"/>
          <a:ext cx="4718785" cy="553073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659FDB4-FCBE-4A89-B46D-43D4FA5446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8313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9545" y="1070800"/>
            <a:ext cx="2954766" cy="5583126"/>
          </a:xfrm>
        </p:spPr>
        <p:txBody>
          <a:bodyPr>
            <a:normAutofit/>
          </a:bodyPr>
          <a:lstStyle/>
          <a:p>
            <a:pPr algn="r"/>
            <a:r>
              <a:rPr lang="pt-BR" sz="6000"/>
              <a:t>Objetivo do Sistema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8F51B3F-8331-4E4A-AE96-D47B1006EE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546039" y="1132114"/>
            <a:ext cx="0" cy="5717573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E3F0A8A2-AC42-FDE1-539B-772E3119EA0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52138110"/>
              </p:ext>
            </p:extLst>
          </p:nvPr>
        </p:nvGraphicFramePr>
        <p:xfrm>
          <a:off x="3831401" y="1070800"/>
          <a:ext cx="4683949" cy="558934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2" name="Rectangle 20">
            <a:extLst>
              <a:ext uri="{FF2B5EF4-FFF2-40B4-BE49-F238E27FC236}">
                <a16:creationId xmlns:a16="http://schemas.microsoft.com/office/drawing/2014/main" id="{9DBC8166-481C-4473-95F5-9A5B9073B7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22">
            <a:extLst>
              <a:ext uri="{FF2B5EF4-FFF2-40B4-BE49-F238E27FC236}">
                <a16:creationId xmlns:a16="http://schemas.microsoft.com/office/drawing/2014/main" id="{A5A5CE6E-90AF-4D43-A014-1F9EC83EB9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3384350" cy="6858000"/>
          </a:xfrm>
          <a:custGeom>
            <a:avLst/>
            <a:gdLst>
              <a:gd name="connsiteX0" fmla="*/ 0 w 4512467"/>
              <a:gd name="connsiteY0" fmla="*/ 0 h 6858000"/>
              <a:gd name="connsiteX1" fmla="*/ 2579526 w 4512467"/>
              <a:gd name="connsiteY1" fmla="*/ 0 h 6858000"/>
              <a:gd name="connsiteX2" fmla="*/ 2583267 w 4512467"/>
              <a:gd name="connsiteY2" fmla="*/ 2151 h 6858000"/>
              <a:gd name="connsiteX3" fmla="*/ 4512467 w 4512467"/>
              <a:gd name="connsiteY3" fmla="*/ 3429000 h 6858000"/>
              <a:gd name="connsiteX4" fmla="*/ 2583267 w 4512467"/>
              <a:gd name="connsiteY4" fmla="*/ 6855849 h 6858000"/>
              <a:gd name="connsiteX5" fmla="*/ 2579526 w 4512467"/>
              <a:gd name="connsiteY5" fmla="*/ 6858000 h 6858000"/>
              <a:gd name="connsiteX6" fmla="*/ 0 w 451246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512467" h="6858000">
                <a:moveTo>
                  <a:pt x="0" y="0"/>
                </a:moveTo>
                <a:lnTo>
                  <a:pt x="2579526" y="0"/>
                </a:lnTo>
                <a:lnTo>
                  <a:pt x="2583267" y="2151"/>
                </a:lnTo>
                <a:cubicBezTo>
                  <a:pt x="3739868" y="704919"/>
                  <a:pt x="4512467" y="1976735"/>
                  <a:pt x="4512467" y="3429000"/>
                </a:cubicBezTo>
                <a:cubicBezTo>
                  <a:pt x="4512467" y="4881266"/>
                  <a:pt x="3739868" y="6153081"/>
                  <a:pt x="2583267" y="6855849"/>
                </a:cubicBezTo>
                <a:lnTo>
                  <a:pt x="2579526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643467"/>
            <a:ext cx="2213403" cy="5571066"/>
          </a:xfrm>
        </p:spPr>
        <p:txBody>
          <a:bodyPr>
            <a:normAutofit/>
          </a:bodyPr>
          <a:lstStyle/>
          <a:p>
            <a:r>
              <a:rPr lang="pt-BR" sz="3400">
                <a:solidFill>
                  <a:srgbClr val="FFFFFF"/>
                </a:solidFill>
              </a:rPr>
              <a:t>Requisitos do Dispositivo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B5C81537-A7FC-093D-205D-420DEEB1047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36322622"/>
              </p:ext>
            </p:extLst>
          </p:nvPr>
        </p:nvGraphicFramePr>
        <p:xfrm>
          <a:off x="3905730" y="643466"/>
          <a:ext cx="4718785" cy="553073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659FDB4-FCBE-4A89-B46D-43D4FA5446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8313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9545" y="1070800"/>
            <a:ext cx="2954766" cy="5583126"/>
          </a:xfrm>
        </p:spPr>
        <p:txBody>
          <a:bodyPr>
            <a:normAutofit/>
          </a:bodyPr>
          <a:lstStyle/>
          <a:p>
            <a:pPr algn="r"/>
            <a:r>
              <a:t>Plataforma IoT</a:t>
            </a:r>
            <a:endParaRPr lang="pt-BR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8F51B3F-8331-4E4A-AE96-D47B1006EE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546039" y="1132114"/>
            <a:ext cx="0" cy="5717573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5AE3456F-8422-97C9-D70E-EB5275F305F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40509319"/>
              </p:ext>
            </p:extLst>
          </p:nvPr>
        </p:nvGraphicFramePr>
        <p:xfrm>
          <a:off x="3831401" y="1070800"/>
          <a:ext cx="4683949" cy="558934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659FDB4-FCBE-4A89-B46D-43D4FA5446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8313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9545" y="1070800"/>
            <a:ext cx="2954766" cy="5583126"/>
          </a:xfrm>
        </p:spPr>
        <p:txBody>
          <a:bodyPr>
            <a:normAutofit/>
          </a:bodyPr>
          <a:lstStyle/>
          <a:p>
            <a:pPr algn="r"/>
            <a:r>
              <a:rPr lang="pt-BR" sz="4900"/>
              <a:t>Requisitos Não Funcionais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8F51B3F-8331-4E4A-AE96-D47B1006EE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546039" y="1132114"/>
            <a:ext cx="0" cy="5717573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D722D076-9A99-5663-C890-A4F0C056797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80348086"/>
              </p:ext>
            </p:extLst>
          </p:nvPr>
        </p:nvGraphicFramePr>
        <p:xfrm>
          <a:off x="3831401" y="1070800"/>
          <a:ext cx="4683949" cy="558934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C2554CA6-288E-4202-BC52-2E5A8F0C0A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6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B10BB131-AC8E-4A8E-A5D1-36260F720C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66891" y="1119031"/>
            <a:ext cx="3464954" cy="4619938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78305" y="1396686"/>
            <a:ext cx="2430380" cy="4064628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/>
            <a:r>
              <a:rPr lang="en-US" sz="41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Restrições</a:t>
            </a:r>
          </a:p>
        </p:txBody>
      </p:sp>
      <p:sp>
        <p:nvSpPr>
          <p:cNvPr id="25" name="Arc 24">
            <a:extLst>
              <a:ext uri="{FF2B5EF4-FFF2-40B4-BE49-F238E27FC236}">
                <a16:creationId xmlns:a16="http://schemas.microsoft.com/office/drawing/2014/main" id="{5B7778FC-632E-4DCA-A7CB-0D7731CCF9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9809111">
            <a:off x="6512790" y="941148"/>
            <a:ext cx="2240924" cy="2987899"/>
          </a:xfrm>
          <a:prstGeom prst="arc">
            <a:avLst>
              <a:gd name="adj1" fmla="val 15817365"/>
              <a:gd name="adj2" fmla="val 1781380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A23A907-97FB-4A8F-880A-DD77401C42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536" y="4780992"/>
            <a:ext cx="409575" cy="546100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027614" y="1526033"/>
            <a:ext cx="4152298" cy="3935281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 defTabSz="914400">
              <a:spcBef>
                <a:spcPts val="1000"/>
              </a:spcBef>
              <a:buNone/>
            </a:pPr>
            <a:r>
              <a:rPr lang="en-US" kern="1200">
                <a:latin typeface="+mn-lt"/>
                <a:ea typeface="+mn-ea"/>
                <a:cs typeface="+mn-cs"/>
              </a:rPr>
              <a:t>- Custo máximo por unidade: R$ 150,00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659FDB4-FCBE-4A89-B46D-43D4FA5446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8313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9545" y="1070800"/>
            <a:ext cx="2954766" cy="5583126"/>
          </a:xfrm>
        </p:spPr>
        <p:txBody>
          <a:bodyPr>
            <a:normAutofit/>
          </a:bodyPr>
          <a:lstStyle/>
          <a:p>
            <a:pPr algn="r"/>
            <a:r>
              <a:rPr lang="pt-BR" sz="5400"/>
              <a:t>Critérios de Aceitação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8F51B3F-8331-4E4A-AE96-D47B1006EE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546039" y="1132114"/>
            <a:ext cx="0" cy="5717573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2AB3274B-EDFF-10D6-AA81-923E876F756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415471983"/>
              </p:ext>
            </p:extLst>
          </p:nvPr>
        </p:nvGraphicFramePr>
        <p:xfrm>
          <a:off x="3831401" y="1070800"/>
          <a:ext cx="4683949" cy="558934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4" name="Rectangle 31">
            <a:extLst>
              <a:ext uri="{FF2B5EF4-FFF2-40B4-BE49-F238E27FC236}">
                <a16:creationId xmlns:a16="http://schemas.microsoft.com/office/drawing/2014/main" id="{A2679492-7988-4050-9056-5424444524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A0B791E-92E6-B31C-38E1-B0B8E65C0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09068" y="501651"/>
            <a:ext cx="3296505" cy="1716255"/>
          </a:xfrm>
        </p:spPr>
        <p:txBody>
          <a:bodyPr anchor="b">
            <a:normAutofit/>
          </a:bodyPr>
          <a:lstStyle/>
          <a:p>
            <a:r>
              <a:rPr lang="pt-BR" sz="4900"/>
              <a:t>Arquitetura do Sistema</a:t>
            </a:r>
            <a:endParaRPr lang="pt-BR" sz="4900" dirty="0"/>
          </a:p>
        </p:txBody>
      </p:sp>
      <p:sp>
        <p:nvSpPr>
          <p:cNvPr id="45" name="Rectangle 33">
            <a:extLst>
              <a:ext uri="{FF2B5EF4-FFF2-40B4-BE49-F238E27FC236}">
                <a16:creationId xmlns:a16="http://schemas.microsoft.com/office/drawing/2014/main" id="{B091B163-7D61-4891-ABCF-5C13D9C418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334933" cy="68580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Espaço Reservado para Conteúdo 4" descr="Diagrama&#10;&#10;O conteúdo gerado por IA pode estar incorreto.">
            <a:extLst>
              <a:ext uri="{FF2B5EF4-FFF2-40B4-BE49-F238E27FC236}">
                <a16:creationId xmlns:a16="http://schemas.microsoft.com/office/drawing/2014/main" id="{FC6B6865-DC52-B4C4-70EF-40CF734581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357" y="1362394"/>
            <a:ext cx="3916219" cy="4133212"/>
          </a:xfrm>
          <a:prstGeom prst="rect">
            <a:avLst/>
          </a:prstGeom>
        </p:spPr>
      </p:pic>
      <p:sp>
        <p:nvSpPr>
          <p:cNvPr id="26" name="Content Placeholder 8">
            <a:extLst>
              <a:ext uri="{FF2B5EF4-FFF2-40B4-BE49-F238E27FC236}">
                <a16:creationId xmlns:a16="http://schemas.microsoft.com/office/drawing/2014/main" id="{96F3BD61-65DD-C818-7FC1-370F962372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94437" y="2645922"/>
            <a:ext cx="3326041" cy="3710427"/>
          </a:xfrm>
        </p:spPr>
        <p:txBody>
          <a:bodyPr anchor="t">
            <a:normAutofit/>
          </a:bodyPr>
          <a:lstStyle/>
          <a:p>
            <a:endParaRPr lang="en-US" sz="1700">
              <a:solidFill>
                <a:schemeClr val="tx1">
                  <a:alpha val="80000"/>
                </a:schemeClr>
              </a:solidFill>
            </a:endParaRPr>
          </a:p>
        </p:txBody>
      </p:sp>
      <p:cxnSp>
        <p:nvCxnSpPr>
          <p:cNvPr id="46" name="Straight Connector 35">
            <a:extLst>
              <a:ext uri="{FF2B5EF4-FFF2-40B4-BE49-F238E27FC236}">
                <a16:creationId xmlns:a16="http://schemas.microsoft.com/office/drawing/2014/main" id="{C49DA8F6-BCC1-4447-B54C-57856834B9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689621" y="3610394"/>
            <a:ext cx="0" cy="3238728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384613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659FDB4-FCBE-4A89-B46D-43D4FA5446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8313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9545" y="1070800"/>
            <a:ext cx="2954766" cy="5583126"/>
          </a:xfrm>
        </p:spPr>
        <p:txBody>
          <a:bodyPr>
            <a:normAutofit/>
          </a:bodyPr>
          <a:lstStyle/>
          <a:p>
            <a:pPr algn="r"/>
            <a:r>
              <a:t>Testes do Sistema Embarcado</a:t>
            </a:r>
            <a:endParaRPr lang="pt-BR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8F51B3F-8331-4E4A-AE96-D47B1006EE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546039" y="1132114"/>
            <a:ext cx="0" cy="5717573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D7B36F44-14B9-DED6-C7AF-5910576A7C8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63930248"/>
              </p:ext>
            </p:extLst>
          </p:nvPr>
        </p:nvGraphicFramePr>
        <p:xfrm>
          <a:off x="3831401" y="1070800"/>
          <a:ext cx="4683949" cy="558934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659FDB4-FCBE-4A89-B46D-43D4FA5446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8313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9545" y="1070800"/>
            <a:ext cx="2954766" cy="5583126"/>
          </a:xfrm>
        </p:spPr>
        <p:txBody>
          <a:bodyPr>
            <a:normAutofit/>
          </a:bodyPr>
          <a:lstStyle/>
          <a:p>
            <a:pPr algn="r"/>
            <a:r>
              <a:t>Testes da Plataforma IoT</a:t>
            </a:r>
            <a:endParaRPr lang="pt-BR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8F51B3F-8331-4E4A-AE96-D47B1006EE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546039" y="1132114"/>
            <a:ext cx="0" cy="5717573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F5A696AC-9870-E992-6523-CB7A6730A23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48267695"/>
              </p:ext>
            </p:extLst>
          </p:nvPr>
        </p:nvGraphicFramePr>
        <p:xfrm>
          <a:off x="3831401" y="1070800"/>
          <a:ext cx="4683949" cy="558934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31</TotalTime>
  <Words>372</Words>
  <Application>Microsoft Office PowerPoint</Application>
  <PresentationFormat>Apresentação na tela (4:3)</PresentationFormat>
  <Paragraphs>48</Paragraphs>
  <Slides>10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10</vt:i4>
      </vt:variant>
    </vt:vector>
  </HeadingPairs>
  <TitlesOfParts>
    <vt:vector size="14" baseType="lpstr">
      <vt:lpstr>Arial</vt:lpstr>
      <vt:lpstr>Calibri</vt:lpstr>
      <vt:lpstr>Wingdings 2</vt:lpstr>
      <vt:lpstr>Office Theme</vt:lpstr>
      <vt:lpstr>Sistema de Monitoramento de Presença e Gases – Safe Track</vt:lpstr>
      <vt:lpstr>Objetivo do Sistema</vt:lpstr>
      <vt:lpstr>Requisitos do Dispositivo</vt:lpstr>
      <vt:lpstr>Plataforma IoT</vt:lpstr>
      <vt:lpstr>Requisitos Não Funcionais</vt:lpstr>
      <vt:lpstr>Restrições</vt:lpstr>
      <vt:lpstr>Critérios de Aceitação</vt:lpstr>
      <vt:lpstr>Arquitetura do Sistema</vt:lpstr>
      <vt:lpstr>Testes do Sistema Embarcado</vt:lpstr>
      <vt:lpstr>Testes da Plataforma IoT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Nathan Saldanha</dc:creator>
  <cp:keywords/>
  <dc:description>generated using python-pptx</dc:description>
  <cp:lastModifiedBy>Nathan Saldanha</cp:lastModifiedBy>
  <cp:revision>3</cp:revision>
  <dcterms:created xsi:type="dcterms:W3CDTF">2013-01-27T09:14:16Z</dcterms:created>
  <dcterms:modified xsi:type="dcterms:W3CDTF">2025-12-04T00:34:36Z</dcterms:modified>
  <cp:category/>
</cp:coreProperties>
</file>