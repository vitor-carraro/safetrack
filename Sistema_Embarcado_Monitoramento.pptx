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4" Type="http://schemas.openxmlformats.org/officeDocument/2006/relationships/image" Target="../media/image10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4" Type="http://schemas.openxmlformats.org/officeDocument/2006/relationships/image" Target="../media/image1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A4F8E0B-B905-4019-B184-A7250E482426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71A30C27-28A6-415F-B1FB-67136813632E}">
      <dgm:prSet/>
      <dgm:spPr/>
      <dgm:t>
        <a:bodyPr/>
        <a:lstStyle/>
        <a:p>
          <a:r>
            <a:rPr lang="en-US"/>
            <a:t>Projeto: Sistema para Monitoramento de Presença e Gases Tóxicos/Inflamáveis</a:t>
          </a:r>
          <a:r>
            <a:rPr lang="pt-BR"/>
            <a:t> – Safe Track</a:t>
          </a:r>
          <a:endParaRPr lang="en-US"/>
        </a:p>
      </dgm:t>
    </dgm:pt>
    <dgm:pt modelId="{15E6A15F-DD26-4BCA-B071-AF700CC8A048}" type="parTrans" cxnId="{C9DC97B8-575C-425D-AB79-977A7C80BAD1}">
      <dgm:prSet/>
      <dgm:spPr/>
      <dgm:t>
        <a:bodyPr/>
        <a:lstStyle/>
        <a:p>
          <a:endParaRPr lang="en-US"/>
        </a:p>
      </dgm:t>
    </dgm:pt>
    <dgm:pt modelId="{3300C23B-EA3C-405E-AFB5-6777B7B7FFC0}" type="sibTrans" cxnId="{C9DC97B8-575C-425D-AB79-977A7C80BAD1}">
      <dgm:prSet/>
      <dgm:spPr/>
      <dgm:t>
        <a:bodyPr/>
        <a:lstStyle/>
        <a:p>
          <a:endParaRPr lang="en-US"/>
        </a:p>
      </dgm:t>
    </dgm:pt>
    <dgm:pt modelId="{4A335050-BA1C-475F-BED2-0BA38A0A163A}">
      <dgm:prSet/>
      <dgm:spPr/>
      <dgm:t>
        <a:bodyPr/>
        <a:lstStyle/>
        <a:p>
          <a:r>
            <a:rPr lang="en-US"/>
            <a:t>Versão: 1.0</a:t>
          </a:r>
        </a:p>
      </dgm:t>
    </dgm:pt>
    <dgm:pt modelId="{33D21B3A-DCD8-480C-8A7F-8ACA519A8092}" type="parTrans" cxnId="{4644028B-0027-4BB5-9187-7FE1670C2C8F}">
      <dgm:prSet/>
      <dgm:spPr/>
      <dgm:t>
        <a:bodyPr/>
        <a:lstStyle/>
        <a:p>
          <a:endParaRPr lang="en-US"/>
        </a:p>
      </dgm:t>
    </dgm:pt>
    <dgm:pt modelId="{93901FE4-CFAF-4357-82A9-F90C8B97E928}" type="sibTrans" cxnId="{4644028B-0027-4BB5-9187-7FE1670C2C8F}">
      <dgm:prSet/>
      <dgm:spPr/>
      <dgm:t>
        <a:bodyPr/>
        <a:lstStyle/>
        <a:p>
          <a:endParaRPr lang="en-US"/>
        </a:p>
      </dgm:t>
    </dgm:pt>
    <dgm:pt modelId="{A83B6CF2-2BBC-4A48-9CED-B9C7DEF3EB21}">
      <dgm:prSet/>
      <dgm:spPr/>
      <dgm:t>
        <a:bodyPr/>
        <a:lstStyle/>
        <a:p>
          <a:r>
            <a:rPr lang="en-US"/>
            <a:t>Data: </a:t>
          </a:r>
          <a:r>
            <a:rPr lang="pt-BR"/>
            <a:t>10</a:t>
          </a:r>
          <a:r>
            <a:rPr lang="en-US"/>
            <a:t>/</a:t>
          </a:r>
          <a:r>
            <a:rPr lang="pt-BR"/>
            <a:t>12</a:t>
          </a:r>
          <a:r>
            <a:rPr lang="en-US"/>
            <a:t>/2025</a:t>
          </a:r>
        </a:p>
      </dgm:t>
    </dgm:pt>
    <dgm:pt modelId="{8B618A73-4FD0-4ABC-9D82-5BFF1180174A}" type="parTrans" cxnId="{6098E9E6-0CBE-45FE-9199-112A33051B0F}">
      <dgm:prSet/>
      <dgm:spPr/>
      <dgm:t>
        <a:bodyPr/>
        <a:lstStyle/>
        <a:p>
          <a:endParaRPr lang="en-US"/>
        </a:p>
      </dgm:t>
    </dgm:pt>
    <dgm:pt modelId="{EC73D671-9F01-4EED-85CA-EDA48984EFCD}" type="sibTrans" cxnId="{6098E9E6-0CBE-45FE-9199-112A33051B0F}">
      <dgm:prSet/>
      <dgm:spPr/>
      <dgm:t>
        <a:bodyPr/>
        <a:lstStyle/>
        <a:p>
          <a:endParaRPr lang="en-US"/>
        </a:p>
      </dgm:t>
    </dgm:pt>
    <dgm:pt modelId="{89A6BBBE-4719-4BC5-812F-0B1414749140}" type="pres">
      <dgm:prSet presAssocID="{0A4F8E0B-B905-4019-B184-A7250E482426}" presName="root" presStyleCnt="0">
        <dgm:presLayoutVars>
          <dgm:dir/>
          <dgm:resizeHandles val="exact"/>
        </dgm:presLayoutVars>
      </dgm:prSet>
      <dgm:spPr/>
    </dgm:pt>
    <dgm:pt modelId="{A25E450D-5DF1-4ED5-B028-885B49DDD39A}" type="pres">
      <dgm:prSet presAssocID="{71A30C27-28A6-415F-B1FB-67136813632E}" presName="compNode" presStyleCnt="0"/>
      <dgm:spPr/>
    </dgm:pt>
    <dgm:pt modelId="{60FE5080-ED70-4A47-940B-E40BFFC6F272}" type="pres">
      <dgm:prSet presAssocID="{71A30C27-28A6-415F-B1FB-67136813632E}" presName="bgRect" presStyleLbl="bgShp" presStyleIdx="0" presStyleCnt="3"/>
      <dgm:spPr/>
    </dgm:pt>
    <dgm:pt modelId="{E7BE460E-DD9C-4255-8139-D0EEC22B1A16}" type="pres">
      <dgm:prSet presAssocID="{71A30C27-28A6-415F-B1FB-67136813632E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nflamável"/>
        </a:ext>
      </dgm:extLst>
    </dgm:pt>
    <dgm:pt modelId="{44A2AD55-4AF1-49BD-8DA6-27D7FB7DA67C}" type="pres">
      <dgm:prSet presAssocID="{71A30C27-28A6-415F-B1FB-67136813632E}" presName="spaceRect" presStyleCnt="0"/>
      <dgm:spPr/>
    </dgm:pt>
    <dgm:pt modelId="{3625F63A-0422-47AC-B5B0-ACC44FADACF9}" type="pres">
      <dgm:prSet presAssocID="{71A30C27-28A6-415F-B1FB-67136813632E}" presName="parTx" presStyleLbl="revTx" presStyleIdx="0" presStyleCnt="3">
        <dgm:presLayoutVars>
          <dgm:chMax val="0"/>
          <dgm:chPref val="0"/>
        </dgm:presLayoutVars>
      </dgm:prSet>
      <dgm:spPr/>
    </dgm:pt>
    <dgm:pt modelId="{08CAB10E-668E-4B3F-997A-FAA8BE061F47}" type="pres">
      <dgm:prSet presAssocID="{3300C23B-EA3C-405E-AFB5-6777B7B7FFC0}" presName="sibTrans" presStyleCnt="0"/>
      <dgm:spPr/>
    </dgm:pt>
    <dgm:pt modelId="{8C3032FE-B000-45EA-BA3D-3AAED07B3C36}" type="pres">
      <dgm:prSet presAssocID="{4A335050-BA1C-475F-BED2-0BA38A0A163A}" presName="compNode" presStyleCnt="0"/>
      <dgm:spPr/>
    </dgm:pt>
    <dgm:pt modelId="{EA8F0738-1E0E-4D49-A053-9AD664CB4DB5}" type="pres">
      <dgm:prSet presAssocID="{4A335050-BA1C-475F-BED2-0BA38A0A163A}" presName="bgRect" presStyleLbl="bgShp" presStyleIdx="1" presStyleCnt="3"/>
      <dgm:spPr/>
    </dgm:pt>
    <dgm:pt modelId="{BC3803D1-359D-4E17-AA9B-8AFB59DF71F0}" type="pres">
      <dgm:prSet presAssocID="{4A335050-BA1C-475F-BED2-0BA38A0A163A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dicionar"/>
        </a:ext>
      </dgm:extLst>
    </dgm:pt>
    <dgm:pt modelId="{6FDDE76F-16BC-4391-ABDB-7D24D9A885D2}" type="pres">
      <dgm:prSet presAssocID="{4A335050-BA1C-475F-BED2-0BA38A0A163A}" presName="spaceRect" presStyleCnt="0"/>
      <dgm:spPr/>
    </dgm:pt>
    <dgm:pt modelId="{70C2A14A-5E59-48E0-9323-261A993B8E08}" type="pres">
      <dgm:prSet presAssocID="{4A335050-BA1C-475F-BED2-0BA38A0A163A}" presName="parTx" presStyleLbl="revTx" presStyleIdx="1" presStyleCnt="3">
        <dgm:presLayoutVars>
          <dgm:chMax val="0"/>
          <dgm:chPref val="0"/>
        </dgm:presLayoutVars>
      </dgm:prSet>
      <dgm:spPr/>
    </dgm:pt>
    <dgm:pt modelId="{B178B3C2-61A0-4C4B-BD9B-48720DEE9B5A}" type="pres">
      <dgm:prSet presAssocID="{93901FE4-CFAF-4357-82A9-F90C8B97E928}" presName="sibTrans" presStyleCnt="0"/>
      <dgm:spPr/>
    </dgm:pt>
    <dgm:pt modelId="{F5FC9248-13B5-473A-A0D7-3D26643E8A26}" type="pres">
      <dgm:prSet presAssocID="{A83B6CF2-2BBC-4A48-9CED-B9C7DEF3EB21}" presName="compNode" presStyleCnt="0"/>
      <dgm:spPr/>
    </dgm:pt>
    <dgm:pt modelId="{331B04E2-55AB-4412-9629-15688B37597D}" type="pres">
      <dgm:prSet presAssocID="{A83B6CF2-2BBC-4A48-9CED-B9C7DEF3EB21}" presName="bgRect" presStyleLbl="bgShp" presStyleIdx="2" presStyleCnt="3"/>
      <dgm:spPr/>
    </dgm:pt>
    <dgm:pt modelId="{EA371313-00FF-4750-8105-F90BF19E9847}" type="pres">
      <dgm:prSet presAssocID="{A83B6CF2-2BBC-4A48-9CED-B9C7DEF3EB21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ily Calendar"/>
        </a:ext>
      </dgm:extLst>
    </dgm:pt>
    <dgm:pt modelId="{510494EE-9117-44AC-98D4-BD707990161B}" type="pres">
      <dgm:prSet presAssocID="{A83B6CF2-2BBC-4A48-9CED-B9C7DEF3EB21}" presName="spaceRect" presStyleCnt="0"/>
      <dgm:spPr/>
    </dgm:pt>
    <dgm:pt modelId="{5B408AE9-A9FE-4A7C-BA86-6529B0F6E94C}" type="pres">
      <dgm:prSet presAssocID="{A83B6CF2-2BBC-4A48-9CED-B9C7DEF3EB21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62B88223-EFE6-49ED-B570-B5034C95FA8C}" type="presOf" srcId="{71A30C27-28A6-415F-B1FB-67136813632E}" destId="{3625F63A-0422-47AC-B5B0-ACC44FADACF9}" srcOrd="0" destOrd="0" presId="urn:microsoft.com/office/officeart/2018/2/layout/IconVerticalSolidList"/>
    <dgm:cxn modelId="{C214F84A-B728-49C5-BE30-BE605E2D1AE2}" type="presOf" srcId="{0A4F8E0B-B905-4019-B184-A7250E482426}" destId="{89A6BBBE-4719-4BC5-812F-0B1414749140}" srcOrd="0" destOrd="0" presId="urn:microsoft.com/office/officeart/2018/2/layout/IconVerticalSolidList"/>
    <dgm:cxn modelId="{AAFEB254-7DC4-47CF-8855-DDCEE6B14844}" type="presOf" srcId="{4A335050-BA1C-475F-BED2-0BA38A0A163A}" destId="{70C2A14A-5E59-48E0-9323-261A993B8E08}" srcOrd="0" destOrd="0" presId="urn:microsoft.com/office/officeart/2018/2/layout/IconVerticalSolidList"/>
    <dgm:cxn modelId="{4644028B-0027-4BB5-9187-7FE1670C2C8F}" srcId="{0A4F8E0B-B905-4019-B184-A7250E482426}" destId="{4A335050-BA1C-475F-BED2-0BA38A0A163A}" srcOrd="1" destOrd="0" parTransId="{33D21B3A-DCD8-480C-8A7F-8ACA519A8092}" sibTransId="{93901FE4-CFAF-4357-82A9-F90C8B97E928}"/>
    <dgm:cxn modelId="{C9DC97B8-575C-425D-AB79-977A7C80BAD1}" srcId="{0A4F8E0B-B905-4019-B184-A7250E482426}" destId="{71A30C27-28A6-415F-B1FB-67136813632E}" srcOrd="0" destOrd="0" parTransId="{15E6A15F-DD26-4BCA-B071-AF700CC8A048}" sibTransId="{3300C23B-EA3C-405E-AFB5-6777B7B7FFC0}"/>
    <dgm:cxn modelId="{4FC958CF-2CEF-430D-9C21-DBFD26BADA54}" type="presOf" srcId="{A83B6CF2-2BBC-4A48-9CED-B9C7DEF3EB21}" destId="{5B408AE9-A9FE-4A7C-BA86-6529B0F6E94C}" srcOrd="0" destOrd="0" presId="urn:microsoft.com/office/officeart/2018/2/layout/IconVerticalSolidList"/>
    <dgm:cxn modelId="{6098E9E6-0CBE-45FE-9199-112A33051B0F}" srcId="{0A4F8E0B-B905-4019-B184-A7250E482426}" destId="{A83B6CF2-2BBC-4A48-9CED-B9C7DEF3EB21}" srcOrd="2" destOrd="0" parTransId="{8B618A73-4FD0-4ABC-9D82-5BFF1180174A}" sibTransId="{EC73D671-9F01-4EED-85CA-EDA48984EFCD}"/>
    <dgm:cxn modelId="{F33A3CEF-9FA1-4FB1-8C87-933E1DF3BE55}" type="presParOf" srcId="{89A6BBBE-4719-4BC5-812F-0B1414749140}" destId="{A25E450D-5DF1-4ED5-B028-885B49DDD39A}" srcOrd="0" destOrd="0" presId="urn:microsoft.com/office/officeart/2018/2/layout/IconVerticalSolidList"/>
    <dgm:cxn modelId="{8C303E73-8207-411F-8A5A-C21050D93C2B}" type="presParOf" srcId="{A25E450D-5DF1-4ED5-B028-885B49DDD39A}" destId="{60FE5080-ED70-4A47-940B-E40BFFC6F272}" srcOrd="0" destOrd="0" presId="urn:microsoft.com/office/officeart/2018/2/layout/IconVerticalSolidList"/>
    <dgm:cxn modelId="{5A78C49F-2206-483F-B3B1-F27CBD57D8A3}" type="presParOf" srcId="{A25E450D-5DF1-4ED5-B028-885B49DDD39A}" destId="{E7BE460E-DD9C-4255-8139-D0EEC22B1A16}" srcOrd="1" destOrd="0" presId="urn:microsoft.com/office/officeart/2018/2/layout/IconVerticalSolidList"/>
    <dgm:cxn modelId="{0E25144E-184C-4F40-BC49-D10B437EEA46}" type="presParOf" srcId="{A25E450D-5DF1-4ED5-B028-885B49DDD39A}" destId="{44A2AD55-4AF1-49BD-8DA6-27D7FB7DA67C}" srcOrd="2" destOrd="0" presId="urn:microsoft.com/office/officeart/2018/2/layout/IconVerticalSolidList"/>
    <dgm:cxn modelId="{D7A4DE0F-91EA-446C-8262-90BF96E3672F}" type="presParOf" srcId="{A25E450D-5DF1-4ED5-B028-885B49DDD39A}" destId="{3625F63A-0422-47AC-B5B0-ACC44FADACF9}" srcOrd="3" destOrd="0" presId="urn:microsoft.com/office/officeart/2018/2/layout/IconVerticalSolidList"/>
    <dgm:cxn modelId="{D7E6E886-56FB-4239-A351-9C875B27D6D0}" type="presParOf" srcId="{89A6BBBE-4719-4BC5-812F-0B1414749140}" destId="{08CAB10E-668E-4B3F-997A-FAA8BE061F47}" srcOrd="1" destOrd="0" presId="urn:microsoft.com/office/officeart/2018/2/layout/IconVerticalSolidList"/>
    <dgm:cxn modelId="{9EA7B024-F1C5-4D18-AA56-ABD7C64B6F81}" type="presParOf" srcId="{89A6BBBE-4719-4BC5-812F-0B1414749140}" destId="{8C3032FE-B000-45EA-BA3D-3AAED07B3C36}" srcOrd="2" destOrd="0" presId="urn:microsoft.com/office/officeart/2018/2/layout/IconVerticalSolidList"/>
    <dgm:cxn modelId="{3D5B2067-7119-4BE4-B4D9-4F4505B049B2}" type="presParOf" srcId="{8C3032FE-B000-45EA-BA3D-3AAED07B3C36}" destId="{EA8F0738-1E0E-4D49-A053-9AD664CB4DB5}" srcOrd="0" destOrd="0" presId="urn:microsoft.com/office/officeart/2018/2/layout/IconVerticalSolidList"/>
    <dgm:cxn modelId="{200604D7-4589-4095-BF55-C3DCE7E286AC}" type="presParOf" srcId="{8C3032FE-B000-45EA-BA3D-3AAED07B3C36}" destId="{BC3803D1-359D-4E17-AA9B-8AFB59DF71F0}" srcOrd="1" destOrd="0" presId="urn:microsoft.com/office/officeart/2018/2/layout/IconVerticalSolidList"/>
    <dgm:cxn modelId="{889CD65A-473F-4A6C-8F73-CCD14C99AAB5}" type="presParOf" srcId="{8C3032FE-B000-45EA-BA3D-3AAED07B3C36}" destId="{6FDDE76F-16BC-4391-ABDB-7D24D9A885D2}" srcOrd="2" destOrd="0" presId="urn:microsoft.com/office/officeart/2018/2/layout/IconVerticalSolidList"/>
    <dgm:cxn modelId="{9343362B-22F9-4FA0-9999-103BEDCF91FB}" type="presParOf" srcId="{8C3032FE-B000-45EA-BA3D-3AAED07B3C36}" destId="{70C2A14A-5E59-48E0-9323-261A993B8E08}" srcOrd="3" destOrd="0" presId="urn:microsoft.com/office/officeart/2018/2/layout/IconVerticalSolidList"/>
    <dgm:cxn modelId="{DEA32EF9-F5CA-4DA6-9B1E-AA8D0ED0F0A7}" type="presParOf" srcId="{89A6BBBE-4719-4BC5-812F-0B1414749140}" destId="{B178B3C2-61A0-4C4B-BD9B-48720DEE9B5A}" srcOrd="3" destOrd="0" presId="urn:microsoft.com/office/officeart/2018/2/layout/IconVerticalSolidList"/>
    <dgm:cxn modelId="{AC95C524-4EFB-4367-A048-C4E5623B12CA}" type="presParOf" srcId="{89A6BBBE-4719-4BC5-812F-0B1414749140}" destId="{F5FC9248-13B5-473A-A0D7-3D26643E8A26}" srcOrd="4" destOrd="0" presId="urn:microsoft.com/office/officeart/2018/2/layout/IconVerticalSolidList"/>
    <dgm:cxn modelId="{446421B4-26C1-46ED-80B1-0B487F082AFF}" type="presParOf" srcId="{F5FC9248-13B5-473A-A0D7-3D26643E8A26}" destId="{331B04E2-55AB-4412-9629-15688B37597D}" srcOrd="0" destOrd="0" presId="urn:microsoft.com/office/officeart/2018/2/layout/IconVerticalSolidList"/>
    <dgm:cxn modelId="{AAF1F44D-7174-4EA9-9166-CD2449F7F6A7}" type="presParOf" srcId="{F5FC9248-13B5-473A-A0D7-3D26643E8A26}" destId="{EA371313-00FF-4750-8105-F90BF19E9847}" srcOrd="1" destOrd="0" presId="urn:microsoft.com/office/officeart/2018/2/layout/IconVerticalSolidList"/>
    <dgm:cxn modelId="{D92F23B3-FE9E-4ED5-8AEE-6C6FEFFB37EE}" type="presParOf" srcId="{F5FC9248-13B5-473A-A0D7-3D26643E8A26}" destId="{510494EE-9117-44AC-98D4-BD707990161B}" srcOrd="2" destOrd="0" presId="urn:microsoft.com/office/officeart/2018/2/layout/IconVerticalSolidList"/>
    <dgm:cxn modelId="{3B1AB891-7AAD-497D-B112-DCEE2DB8F059}" type="presParOf" srcId="{F5FC9248-13B5-473A-A0D7-3D26643E8A26}" destId="{5B408AE9-A9FE-4A7C-BA86-6529B0F6E94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4653D4C-77F2-4766-82A0-16105EFCDE0F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5297789-FECA-44C8-9FDA-ACE69E0164F4}">
      <dgm:prSet/>
      <dgm:spPr/>
      <dgm:t>
        <a:bodyPr/>
        <a:lstStyle/>
        <a:p>
          <a:r>
            <a:rPr lang="en-US"/>
            <a:t>- Monitorar presença humana</a:t>
          </a:r>
        </a:p>
      </dgm:t>
    </dgm:pt>
    <dgm:pt modelId="{5CB7B5A7-A37D-4526-9BCF-7744E005B736}" type="parTrans" cxnId="{4435267A-07A4-4CD2-B299-B89A4E3EF4E4}">
      <dgm:prSet/>
      <dgm:spPr/>
      <dgm:t>
        <a:bodyPr/>
        <a:lstStyle/>
        <a:p>
          <a:endParaRPr lang="en-US"/>
        </a:p>
      </dgm:t>
    </dgm:pt>
    <dgm:pt modelId="{A6D50D73-6EE8-4074-B1C1-DAF083D063FE}" type="sibTrans" cxnId="{4435267A-07A4-4CD2-B299-B89A4E3EF4E4}">
      <dgm:prSet/>
      <dgm:spPr/>
      <dgm:t>
        <a:bodyPr/>
        <a:lstStyle/>
        <a:p>
          <a:endParaRPr lang="en-US"/>
        </a:p>
      </dgm:t>
    </dgm:pt>
    <dgm:pt modelId="{6F3CCEB4-4AB8-4B93-895A-93C5DE54CC90}">
      <dgm:prSet/>
      <dgm:spPr/>
      <dgm:t>
        <a:bodyPr/>
        <a:lstStyle/>
        <a:p>
          <a:r>
            <a:rPr lang="en-US"/>
            <a:t>- Detectar gases tóxicos/inflamáveis</a:t>
          </a:r>
        </a:p>
      </dgm:t>
    </dgm:pt>
    <dgm:pt modelId="{64A3E8EE-4858-4764-93E7-A07ABCA974A6}" type="parTrans" cxnId="{AC2600CE-A510-4406-BE8A-7C5154049ABA}">
      <dgm:prSet/>
      <dgm:spPr/>
      <dgm:t>
        <a:bodyPr/>
        <a:lstStyle/>
        <a:p>
          <a:endParaRPr lang="en-US"/>
        </a:p>
      </dgm:t>
    </dgm:pt>
    <dgm:pt modelId="{72276755-8F40-4AC0-A1E9-C830C17C069D}" type="sibTrans" cxnId="{AC2600CE-A510-4406-BE8A-7C5154049ABA}">
      <dgm:prSet/>
      <dgm:spPr/>
      <dgm:t>
        <a:bodyPr/>
        <a:lstStyle/>
        <a:p>
          <a:endParaRPr lang="en-US"/>
        </a:p>
      </dgm:t>
    </dgm:pt>
    <dgm:pt modelId="{D9D4D19E-55BD-4D73-B1DB-A969F8090226}">
      <dgm:prSet/>
      <dgm:spPr/>
      <dgm:t>
        <a:bodyPr/>
        <a:lstStyle/>
        <a:p>
          <a:r>
            <a:rPr lang="en-US"/>
            <a:t>- Enviar dados para plataforma IoT</a:t>
          </a:r>
        </a:p>
      </dgm:t>
    </dgm:pt>
    <dgm:pt modelId="{4B8DCAD5-6AD3-43C5-B08C-CEBF60CE1026}" type="parTrans" cxnId="{16A7DC85-6271-469F-A4AD-0DF3A0CF8D2A}">
      <dgm:prSet/>
      <dgm:spPr/>
      <dgm:t>
        <a:bodyPr/>
        <a:lstStyle/>
        <a:p>
          <a:endParaRPr lang="en-US"/>
        </a:p>
      </dgm:t>
    </dgm:pt>
    <dgm:pt modelId="{3163CB57-2035-453A-A940-23E3EE40953E}" type="sibTrans" cxnId="{16A7DC85-6271-469F-A4AD-0DF3A0CF8D2A}">
      <dgm:prSet/>
      <dgm:spPr/>
      <dgm:t>
        <a:bodyPr/>
        <a:lstStyle/>
        <a:p>
          <a:endParaRPr lang="en-US"/>
        </a:p>
      </dgm:t>
    </dgm:pt>
    <dgm:pt modelId="{BC410D66-036F-46D4-A2DB-FA1D4AE223BD}">
      <dgm:prSet/>
      <dgm:spPr/>
      <dgm:t>
        <a:bodyPr/>
        <a:lstStyle/>
        <a:p>
          <a:r>
            <a:rPr lang="en-US"/>
            <a:t>- Registrar histórico</a:t>
          </a:r>
        </a:p>
      </dgm:t>
    </dgm:pt>
    <dgm:pt modelId="{7DACB7A1-30D9-4E6F-B330-D6EE8EACE551}" type="parTrans" cxnId="{01F6FD17-C061-47E4-AA2D-7B06A84B10AE}">
      <dgm:prSet/>
      <dgm:spPr/>
      <dgm:t>
        <a:bodyPr/>
        <a:lstStyle/>
        <a:p>
          <a:endParaRPr lang="en-US"/>
        </a:p>
      </dgm:t>
    </dgm:pt>
    <dgm:pt modelId="{5A32B9ED-9392-4437-841E-1304040CC0ED}" type="sibTrans" cxnId="{01F6FD17-C061-47E4-AA2D-7B06A84B10AE}">
      <dgm:prSet/>
      <dgm:spPr/>
      <dgm:t>
        <a:bodyPr/>
        <a:lstStyle/>
        <a:p>
          <a:endParaRPr lang="en-US"/>
        </a:p>
      </dgm:t>
    </dgm:pt>
    <dgm:pt modelId="{A0538FA9-7AEC-428A-A882-93B3F38AC5C8}">
      <dgm:prSet/>
      <dgm:spPr/>
      <dgm:t>
        <a:bodyPr/>
        <a:lstStyle/>
        <a:p>
          <a:r>
            <a:rPr lang="en-US"/>
            <a:t>- Emitir alertas sonoro/visual</a:t>
          </a:r>
        </a:p>
      </dgm:t>
    </dgm:pt>
    <dgm:pt modelId="{B585AA70-29C5-4695-9CD2-B0608BDADC47}" type="parTrans" cxnId="{D03E2828-1028-4027-883B-BCF9E5643FCC}">
      <dgm:prSet/>
      <dgm:spPr/>
      <dgm:t>
        <a:bodyPr/>
        <a:lstStyle/>
        <a:p>
          <a:endParaRPr lang="en-US"/>
        </a:p>
      </dgm:t>
    </dgm:pt>
    <dgm:pt modelId="{256D5AA7-6910-4381-9B9B-D0A36879246E}" type="sibTrans" cxnId="{D03E2828-1028-4027-883B-BCF9E5643FCC}">
      <dgm:prSet/>
      <dgm:spPr/>
      <dgm:t>
        <a:bodyPr/>
        <a:lstStyle/>
        <a:p>
          <a:endParaRPr lang="en-US"/>
        </a:p>
      </dgm:t>
    </dgm:pt>
    <dgm:pt modelId="{D1ABF7F5-788E-422E-BFCD-A0ACB09B76F6}" type="pres">
      <dgm:prSet presAssocID="{E4653D4C-77F2-4766-82A0-16105EFCDE0F}" presName="linear" presStyleCnt="0">
        <dgm:presLayoutVars>
          <dgm:animLvl val="lvl"/>
          <dgm:resizeHandles val="exact"/>
        </dgm:presLayoutVars>
      </dgm:prSet>
      <dgm:spPr/>
    </dgm:pt>
    <dgm:pt modelId="{7B0A69A0-86BE-4FDF-9D9F-4C51E6194CE9}" type="pres">
      <dgm:prSet presAssocID="{25297789-FECA-44C8-9FDA-ACE69E0164F4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764A82B2-8BC6-4B48-914D-CB72F3FB296F}" type="pres">
      <dgm:prSet presAssocID="{A6D50D73-6EE8-4074-B1C1-DAF083D063FE}" presName="spacer" presStyleCnt="0"/>
      <dgm:spPr/>
    </dgm:pt>
    <dgm:pt modelId="{BF5FB976-30DE-4329-920F-F34C070EFB4B}" type="pres">
      <dgm:prSet presAssocID="{6F3CCEB4-4AB8-4B93-895A-93C5DE54CC90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B11BE87F-217A-4667-9701-20211EDF405A}" type="pres">
      <dgm:prSet presAssocID="{72276755-8F40-4AC0-A1E9-C830C17C069D}" presName="spacer" presStyleCnt="0"/>
      <dgm:spPr/>
    </dgm:pt>
    <dgm:pt modelId="{C1874840-8C22-4B3A-97E2-9BE3AFB5F309}" type="pres">
      <dgm:prSet presAssocID="{D9D4D19E-55BD-4D73-B1DB-A969F8090226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806FDD0A-4C58-49AC-B908-958538213DE5}" type="pres">
      <dgm:prSet presAssocID="{3163CB57-2035-453A-A940-23E3EE40953E}" presName="spacer" presStyleCnt="0"/>
      <dgm:spPr/>
    </dgm:pt>
    <dgm:pt modelId="{89DB41DF-72DA-4DDC-ABC7-A25BBC9BA1C8}" type="pres">
      <dgm:prSet presAssocID="{BC410D66-036F-46D4-A2DB-FA1D4AE223BD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D2504CD4-C874-40DD-8F69-17979456F790}" type="pres">
      <dgm:prSet presAssocID="{5A32B9ED-9392-4437-841E-1304040CC0ED}" presName="spacer" presStyleCnt="0"/>
      <dgm:spPr/>
    </dgm:pt>
    <dgm:pt modelId="{ABCB7C54-789A-4E6C-B47F-6EE895C55C90}" type="pres">
      <dgm:prSet presAssocID="{A0538FA9-7AEC-428A-A882-93B3F38AC5C8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01F6FD17-C061-47E4-AA2D-7B06A84B10AE}" srcId="{E4653D4C-77F2-4766-82A0-16105EFCDE0F}" destId="{BC410D66-036F-46D4-A2DB-FA1D4AE223BD}" srcOrd="3" destOrd="0" parTransId="{7DACB7A1-30D9-4E6F-B330-D6EE8EACE551}" sibTransId="{5A32B9ED-9392-4437-841E-1304040CC0ED}"/>
    <dgm:cxn modelId="{D03E2828-1028-4027-883B-BCF9E5643FCC}" srcId="{E4653D4C-77F2-4766-82A0-16105EFCDE0F}" destId="{A0538FA9-7AEC-428A-A882-93B3F38AC5C8}" srcOrd="4" destOrd="0" parTransId="{B585AA70-29C5-4695-9CD2-B0608BDADC47}" sibTransId="{256D5AA7-6910-4381-9B9B-D0A36879246E}"/>
    <dgm:cxn modelId="{8812F262-D5BC-4FDB-A2ED-BA23B17B4BEC}" type="presOf" srcId="{6F3CCEB4-4AB8-4B93-895A-93C5DE54CC90}" destId="{BF5FB976-30DE-4329-920F-F34C070EFB4B}" srcOrd="0" destOrd="0" presId="urn:microsoft.com/office/officeart/2005/8/layout/vList2"/>
    <dgm:cxn modelId="{8CEB416E-D9B5-446A-9CE2-28A77D09BEF2}" type="presOf" srcId="{A0538FA9-7AEC-428A-A882-93B3F38AC5C8}" destId="{ABCB7C54-789A-4E6C-B47F-6EE895C55C90}" srcOrd="0" destOrd="0" presId="urn:microsoft.com/office/officeart/2005/8/layout/vList2"/>
    <dgm:cxn modelId="{465C0A57-DB15-4202-A6CB-6A7549E856C5}" type="presOf" srcId="{BC410D66-036F-46D4-A2DB-FA1D4AE223BD}" destId="{89DB41DF-72DA-4DDC-ABC7-A25BBC9BA1C8}" srcOrd="0" destOrd="0" presId="urn:microsoft.com/office/officeart/2005/8/layout/vList2"/>
    <dgm:cxn modelId="{4435267A-07A4-4CD2-B299-B89A4E3EF4E4}" srcId="{E4653D4C-77F2-4766-82A0-16105EFCDE0F}" destId="{25297789-FECA-44C8-9FDA-ACE69E0164F4}" srcOrd="0" destOrd="0" parTransId="{5CB7B5A7-A37D-4526-9BCF-7744E005B736}" sibTransId="{A6D50D73-6EE8-4074-B1C1-DAF083D063FE}"/>
    <dgm:cxn modelId="{16A7DC85-6271-469F-A4AD-0DF3A0CF8D2A}" srcId="{E4653D4C-77F2-4766-82A0-16105EFCDE0F}" destId="{D9D4D19E-55BD-4D73-B1DB-A969F8090226}" srcOrd="2" destOrd="0" parTransId="{4B8DCAD5-6AD3-43C5-B08C-CEBF60CE1026}" sibTransId="{3163CB57-2035-453A-A940-23E3EE40953E}"/>
    <dgm:cxn modelId="{0D015589-B7A7-4A8C-A21D-8E9508F8870B}" type="presOf" srcId="{25297789-FECA-44C8-9FDA-ACE69E0164F4}" destId="{7B0A69A0-86BE-4FDF-9D9F-4C51E6194CE9}" srcOrd="0" destOrd="0" presId="urn:microsoft.com/office/officeart/2005/8/layout/vList2"/>
    <dgm:cxn modelId="{AC2600CE-A510-4406-BE8A-7C5154049ABA}" srcId="{E4653D4C-77F2-4766-82A0-16105EFCDE0F}" destId="{6F3CCEB4-4AB8-4B93-895A-93C5DE54CC90}" srcOrd="1" destOrd="0" parTransId="{64A3E8EE-4858-4764-93E7-A07ABCA974A6}" sibTransId="{72276755-8F40-4AC0-A1E9-C830C17C069D}"/>
    <dgm:cxn modelId="{564920EA-761E-4F67-B24D-03F4EF62DFAC}" type="presOf" srcId="{E4653D4C-77F2-4766-82A0-16105EFCDE0F}" destId="{D1ABF7F5-788E-422E-BFCD-A0ACB09B76F6}" srcOrd="0" destOrd="0" presId="urn:microsoft.com/office/officeart/2005/8/layout/vList2"/>
    <dgm:cxn modelId="{3FD449FC-534D-4DB3-A5DE-DC489F859868}" type="presOf" srcId="{D9D4D19E-55BD-4D73-B1DB-A969F8090226}" destId="{C1874840-8C22-4B3A-97E2-9BE3AFB5F309}" srcOrd="0" destOrd="0" presId="urn:microsoft.com/office/officeart/2005/8/layout/vList2"/>
    <dgm:cxn modelId="{B6AA6271-D803-4969-8679-1E2B0BDC7846}" type="presParOf" srcId="{D1ABF7F5-788E-422E-BFCD-A0ACB09B76F6}" destId="{7B0A69A0-86BE-4FDF-9D9F-4C51E6194CE9}" srcOrd="0" destOrd="0" presId="urn:microsoft.com/office/officeart/2005/8/layout/vList2"/>
    <dgm:cxn modelId="{BA42AEEC-1268-4F4D-9D72-CE4A691B33C0}" type="presParOf" srcId="{D1ABF7F5-788E-422E-BFCD-A0ACB09B76F6}" destId="{764A82B2-8BC6-4B48-914D-CB72F3FB296F}" srcOrd="1" destOrd="0" presId="urn:microsoft.com/office/officeart/2005/8/layout/vList2"/>
    <dgm:cxn modelId="{D4ADC824-36F7-4B0B-BD83-99638B537A5F}" type="presParOf" srcId="{D1ABF7F5-788E-422E-BFCD-A0ACB09B76F6}" destId="{BF5FB976-30DE-4329-920F-F34C070EFB4B}" srcOrd="2" destOrd="0" presId="urn:microsoft.com/office/officeart/2005/8/layout/vList2"/>
    <dgm:cxn modelId="{430F9889-F7EC-4C8E-B216-C7F63558594F}" type="presParOf" srcId="{D1ABF7F5-788E-422E-BFCD-A0ACB09B76F6}" destId="{B11BE87F-217A-4667-9701-20211EDF405A}" srcOrd="3" destOrd="0" presId="urn:microsoft.com/office/officeart/2005/8/layout/vList2"/>
    <dgm:cxn modelId="{967FEEB4-AD92-40FD-A325-0EF4A0D77B44}" type="presParOf" srcId="{D1ABF7F5-788E-422E-BFCD-A0ACB09B76F6}" destId="{C1874840-8C22-4B3A-97E2-9BE3AFB5F309}" srcOrd="4" destOrd="0" presId="urn:microsoft.com/office/officeart/2005/8/layout/vList2"/>
    <dgm:cxn modelId="{2B9E00D2-3A26-4012-A635-3D8DF3129E80}" type="presParOf" srcId="{D1ABF7F5-788E-422E-BFCD-A0ACB09B76F6}" destId="{806FDD0A-4C58-49AC-B908-958538213DE5}" srcOrd="5" destOrd="0" presId="urn:microsoft.com/office/officeart/2005/8/layout/vList2"/>
    <dgm:cxn modelId="{D9115851-D1AA-4F01-BB94-EB12A522333B}" type="presParOf" srcId="{D1ABF7F5-788E-422E-BFCD-A0ACB09B76F6}" destId="{89DB41DF-72DA-4DDC-ABC7-A25BBC9BA1C8}" srcOrd="6" destOrd="0" presId="urn:microsoft.com/office/officeart/2005/8/layout/vList2"/>
    <dgm:cxn modelId="{B34B8FC9-9325-41E9-BE37-A788470FD071}" type="presParOf" srcId="{D1ABF7F5-788E-422E-BFCD-A0ACB09B76F6}" destId="{D2504CD4-C874-40DD-8F69-17979456F790}" srcOrd="7" destOrd="0" presId="urn:microsoft.com/office/officeart/2005/8/layout/vList2"/>
    <dgm:cxn modelId="{C259E15B-CFE9-48D3-B4ED-ECF7BECA958B}" type="presParOf" srcId="{D1ABF7F5-788E-422E-BFCD-A0ACB09B76F6}" destId="{ABCB7C54-789A-4E6C-B47F-6EE895C55C90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52508F4-F204-42CB-BE79-275F44EF59CE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91CF5CF-8F2D-46F2-A1F0-4676A30D0A74}">
      <dgm:prSet/>
      <dgm:spPr/>
      <dgm:t>
        <a:bodyPr/>
        <a:lstStyle/>
        <a:p>
          <a:r>
            <a:rPr lang="en-US"/>
            <a:t>- Sensor de gases</a:t>
          </a:r>
        </a:p>
      </dgm:t>
    </dgm:pt>
    <dgm:pt modelId="{850EC5A8-9A55-4E46-9BD7-793F7EE75E06}" type="parTrans" cxnId="{23901011-15CC-483E-88F1-960554859EE3}">
      <dgm:prSet/>
      <dgm:spPr/>
      <dgm:t>
        <a:bodyPr/>
        <a:lstStyle/>
        <a:p>
          <a:endParaRPr lang="en-US"/>
        </a:p>
      </dgm:t>
    </dgm:pt>
    <dgm:pt modelId="{ABEB2F2E-1B81-4B2E-8D34-9A707D266D5C}" type="sibTrans" cxnId="{23901011-15CC-483E-88F1-960554859EE3}">
      <dgm:prSet/>
      <dgm:spPr/>
      <dgm:t>
        <a:bodyPr/>
        <a:lstStyle/>
        <a:p>
          <a:endParaRPr lang="en-US"/>
        </a:p>
      </dgm:t>
    </dgm:pt>
    <dgm:pt modelId="{210FF0E5-EAE0-4F61-BF66-B770381C06F7}">
      <dgm:prSet/>
      <dgm:spPr/>
      <dgm:t>
        <a:bodyPr/>
        <a:lstStyle/>
        <a:p>
          <a:r>
            <a:rPr lang="en-US"/>
            <a:t>- Sensor de presença</a:t>
          </a:r>
        </a:p>
      </dgm:t>
    </dgm:pt>
    <dgm:pt modelId="{BE3427CD-8CEF-40DD-9CF0-290746BA20D6}" type="parTrans" cxnId="{C9C81FD6-71FB-4156-88E7-F1E915316E49}">
      <dgm:prSet/>
      <dgm:spPr/>
      <dgm:t>
        <a:bodyPr/>
        <a:lstStyle/>
        <a:p>
          <a:endParaRPr lang="en-US"/>
        </a:p>
      </dgm:t>
    </dgm:pt>
    <dgm:pt modelId="{2D2F8948-6B14-4676-991B-D43735F5780D}" type="sibTrans" cxnId="{C9C81FD6-71FB-4156-88E7-F1E915316E49}">
      <dgm:prSet/>
      <dgm:spPr/>
      <dgm:t>
        <a:bodyPr/>
        <a:lstStyle/>
        <a:p>
          <a:endParaRPr lang="en-US"/>
        </a:p>
      </dgm:t>
    </dgm:pt>
    <dgm:pt modelId="{3E2C1335-2895-431A-8D0B-1FE596FBB0C5}">
      <dgm:prSet/>
      <dgm:spPr/>
      <dgm:t>
        <a:bodyPr/>
        <a:lstStyle/>
        <a:p>
          <a:r>
            <a:rPr lang="en-US"/>
            <a:t>- Envio de dados a cada 1 min</a:t>
          </a:r>
        </a:p>
      </dgm:t>
    </dgm:pt>
    <dgm:pt modelId="{C093621D-AB74-4016-98FA-07F30F7C9D08}" type="parTrans" cxnId="{35FAE0E2-8447-4D25-B6C5-9C3C457EC527}">
      <dgm:prSet/>
      <dgm:spPr/>
      <dgm:t>
        <a:bodyPr/>
        <a:lstStyle/>
        <a:p>
          <a:endParaRPr lang="en-US"/>
        </a:p>
      </dgm:t>
    </dgm:pt>
    <dgm:pt modelId="{76919345-6385-4632-B50A-50CB8DDC84F5}" type="sibTrans" cxnId="{35FAE0E2-8447-4D25-B6C5-9C3C457EC527}">
      <dgm:prSet/>
      <dgm:spPr/>
      <dgm:t>
        <a:bodyPr/>
        <a:lstStyle/>
        <a:p>
          <a:endParaRPr lang="en-US"/>
        </a:p>
      </dgm:t>
    </dgm:pt>
    <dgm:pt modelId="{57859D26-35BA-45C0-A046-10FA4904839B}">
      <dgm:prSet/>
      <dgm:spPr/>
      <dgm:t>
        <a:bodyPr/>
        <a:lstStyle/>
        <a:p>
          <a:r>
            <a:rPr lang="en-US"/>
            <a:t>- Memória para 24h</a:t>
          </a:r>
        </a:p>
      </dgm:t>
    </dgm:pt>
    <dgm:pt modelId="{0C41D064-0FC8-460C-9021-47AE46B30671}" type="parTrans" cxnId="{64484E28-54DD-4310-B3C6-A11F43F1AA51}">
      <dgm:prSet/>
      <dgm:spPr/>
      <dgm:t>
        <a:bodyPr/>
        <a:lstStyle/>
        <a:p>
          <a:endParaRPr lang="en-US"/>
        </a:p>
      </dgm:t>
    </dgm:pt>
    <dgm:pt modelId="{23FC6A75-374A-48E4-8A7F-F3232081EAAC}" type="sibTrans" cxnId="{64484E28-54DD-4310-B3C6-A11F43F1AA51}">
      <dgm:prSet/>
      <dgm:spPr/>
      <dgm:t>
        <a:bodyPr/>
        <a:lstStyle/>
        <a:p>
          <a:endParaRPr lang="en-US"/>
        </a:p>
      </dgm:t>
    </dgm:pt>
    <dgm:pt modelId="{1B3AF8EB-6DA4-460E-A52E-05EEC4C611F4}">
      <dgm:prSet/>
      <dgm:spPr/>
      <dgm:t>
        <a:bodyPr/>
        <a:lstStyle/>
        <a:p>
          <a:r>
            <a:rPr lang="en-US"/>
            <a:t>- LED + alarme</a:t>
          </a:r>
        </a:p>
      </dgm:t>
    </dgm:pt>
    <dgm:pt modelId="{2A979476-CC95-4D85-9D78-6130188BAAA6}" type="parTrans" cxnId="{B27141FA-C8E8-4628-AC55-9B0FF95AE468}">
      <dgm:prSet/>
      <dgm:spPr/>
      <dgm:t>
        <a:bodyPr/>
        <a:lstStyle/>
        <a:p>
          <a:endParaRPr lang="en-US"/>
        </a:p>
      </dgm:t>
    </dgm:pt>
    <dgm:pt modelId="{C15254AE-16ED-463A-AC43-08D7FA9D6D75}" type="sibTrans" cxnId="{B27141FA-C8E8-4628-AC55-9B0FF95AE468}">
      <dgm:prSet/>
      <dgm:spPr/>
      <dgm:t>
        <a:bodyPr/>
        <a:lstStyle/>
        <a:p>
          <a:endParaRPr lang="en-US"/>
        </a:p>
      </dgm:t>
    </dgm:pt>
    <dgm:pt modelId="{946F08E9-8E0D-451B-A073-9B539FA8A979}">
      <dgm:prSet/>
      <dgm:spPr/>
      <dgm:t>
        <a:bodyPr/>
        <a:lstStyle/>
        <a:p>
          <a:r>
            <a:rPr lang="en-US"/>
            <a:t>- Microcontrolador + rede sem fio</a:t>
          </a:r>
        </a:p>
      </dgm:t>
    </dgm:pt>
    <dgm:pt modelId="{F5D50D0D-F736-4707-A6E1-48BF01790F8D}" type="parTrans" cxnId="{4EF1737C-9CCE-440C-ABA5-703758B447F0}">
      <dgm:prSet/>
      <dgm:spPr/>
      <dgm:t>
        <a:bodyPr/>
        <a:lstStyle/>
        <a:p>
          <a:endParaRPr lang="en-US"/>
        </a:p>
      </dgm:t>
    </dgm:pt>
    <dgm:pt modelId="{E86ACDD8-3133-415E-B1CF-9751789B7448}" type="sibTrans" cxnId="{4EF1737C-9CCE-440C-ABA5-703758B447F0}">
      <dgm:prSet/>
      <dgm:spPr/>
      <dgm:t>
        <a:bodyPr/>
        <a:lstStyle/>
        <a:p>
          <a:endParaRPr lang="en-US"/>
        </a:p>
      </dgm:t>
    </dgm:pt>
    <dgm:pt modelId="{A38C079F-8B14-45D5-978D-A83175C9774B}" type="pres">
      <dgm:prSet presAssocID="{752508F4-F204-42CB-BE79-275F44EF59CE}" presName="linear" presStyleCnt="0">
        <dgm:presLayoutVars>
          <dgm:animLvl val="lvl"/>
          <dgm:resizeHandles val="exact"/>
        </dgm:presLayoutVars>
      </dgm:prSet>
      <dgm:spPr/>
    </dgm:pt>
    <dgm:pt modelId="{1DF80606-7D06-4294-BFE0-8AF88FDCD51A}" type="pres">
      <dgm:prSet presAssocID="{591CF5CF-8F2D-46F2-A1F0-4676A30D0A74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43630E9E-823F-4B3F-BCCD-8067E20E13C7}" type="pres">
      <dgm:prSet presAssocID="{ABEB2F2E-1B81-4B2E-8D34-9A707D266D5C}" presName="spacer" presStyleCnt="0"/>
      <dgm:spPr/>
    </dgm:pt>
    <dgm:pt modelId="{4560046C-AA1B-4602-AA23-B165FA96D2E7}" type="pres">
      <dgm:prSet presAssocID="{210FF0E5-EAE0-4F61-BF66-B770381C06F7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CEB8E888-62F5-4742-AD2E-70D2AEA0B552}" type="pres">
      <dgm:prSet presAssocID="{2D2F8948-6B14-4676-991B-D43735F5780D}" presName="spacer" presStyleCnt="0"/>
      <dgm:spPr/>
    </dgm:pt>
    <dgm:pt modelId="{9A0DAA70-F38F-4494-93FC-6167A73D8D9A}" type="pres">
      <dgm:prSet presAssocID="{3E2C1335-2895-431A-8D0B-1FE596FBB0C5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615FC3D6-3361-4ADC-8B22-34A6420DB45A}" type="pres">
      <dgm:prSet presAssocID="{76919345-6385-4632-B50A-50CB8DDC84F5}" presName="spacer" presStyleCnt="0"/>
      <dgm:spPr/>
    </dgm:pt>
    <dgm:pt modelId="{5814D466-1F92-42E5-A81A-D69F9E5F145C}" type="pres">
      <dgm:prSet presAssocID="{57859D26-35BA-45C0-A046-10FA4904839B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07AE23F8-9E90-47BF-9B8C-4709013DB55D}" type="pres">
      <dgm:prSet presAssocID="{23FC6A75-374A-48E4-8A7F-F3232081EAAC}" presName="spacer" presStyleCnt="0"/>
      <dgm:spPr/>
    </dgm:pt>
    <dgm:pt modelId="{A5968135-11FB-4013-845D-B2B296C05757}" type="pres">
      <dgm:prSet presAssocID="{1B3AF8EB-6DA4-460E-A52E-05EEC4C611F4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EDBA394A-4B1C-4C16-80CA-68DD606D5BDD}" type="pres">
      <dgm:prSet presAssocID="{C15254AE-16ED-463A-AC43-08D7FA9D6D75}" presName="spacer" presStyleCnt="0"/>
      <dgm:spPr/>
    </dgm:pt>
    <dgm:pt modelId="{4436741A-51F3-49EB-8654-E6278ADECFA6}" type="pres">
      <dgm:prSet presAssocID="{946F08E9-8E0D-451B-A073-9B539FA8A979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23901011-15CC-483E-88F1-960554859EE3}" srcId="{752508F4-F204-42CB-BE79-275F44EF59CE}" destId="{591CF5CF-8F2D-46F2-A1F0-4676A30D0A74}" srcOrd="0" destOrd="0" parTransId="{850EC5A8-9A55-4E46-9BD7-793F7EE75E06}" sibTransId="{ABEB2F2E-1B81-4B2E-8D34-9A707D266D5C}"/>
    <dgm:cxn modelId="{846EBE14-85EC-4D76-A2FA-B411F53323E0}" type="presOf" srcId="{591CF5CF-8F2D-46F2-A1F0-4676A30D0A74}" destId="{1DF80606-7D06-4294-BFE0-8AF88FDCD51A}" srcOrd="0" destOrd="0" presId="urn:microsoft.com/office/officeart/2005/8/layout/vList2"/>
    <dgm:cxn modelId="{64484E28-54DD-4310-B3C6-A11F43F1AA51}" srcId="{752508F4-F204-42CB-BE79-275F44EF59CE}" destId="{57859D26-35BA-45C0-A046-10FA4904839B}" srcOrd="3" destOrd="0" parTransId="{0C41D064-0FC8-460C-9021-47AE46B30671}" sibTransId="{23FC6A75-374A-48E4-8A7F-F3232081EAAC}"/>
    <dgm:cxn modelId="{454A4E74-D8CF-4DB5-B383-526C24879702}" type="presOf" srcId="{752508F4-F204-42CB-BE79-275F44EF59CE}" destId="{A38C079F-8B14-45D5-978D-A83175C9774B}" srcOrd="0" destOrd="0" presId="urn:microsoft.com/office/officeart/2005/8/layout/vList2"/>
    <dgm:cxn modelId="{7B97CD56-F6B5-4ED7-AB40-220748CADFF9}" type="presOf" srcId="{57859D26-35BA-45C0-A046-10FA4904839B}" destId="{5814D466-1F92-42E5-A81A-D69F9E5F145C}" srcOrd="0" destOrd="0" presId="urn:microsoft.com/office/officeart/2005/8/layout/vList2"/>
    <dgm:cxn modelId="{4EF1737C-9CCE-440C-ABA5-703758B447F0}" srcId="{752508F4-F204-42CB-BE79-275F44EF59CE}" destId="{946F08E9-8E0D-451B-A073-9B539FA8A979}" srcOrd="5" destOrd="0" parTransId="{F5D50D0D-F736-4707-A6E1-48BF01790F8D}" sibTransId="{E86ACDD8-3133-415E-B1CF-9751789B7448}"/>
    <dgm:cxn modelId="{37D0BE83-5173-4056-9B08-8E66F93282C3}" type="presOf" srcId="{3E2C1335-2895-431A-8D0B-1FE596FBB0C5}" destId="{9A0DAA70-F38F-4494-93FC-6167A73D8D9A}" srcOrd="0" destOrd="0" presId="urn:microsoft.com/office/officeart/2005/8/layout/vList2"/>
    <dgm:cxn modelId="{D59E658D-B7FE-4589-80DF-4614C7F34F68}" type="presOf" srcId="{1B3AF8EB-6DA4-460E-A52E-05EEC4C611F4}" destId="{A5968135-11FB-4013-845D-B2B296C05757}" srcOrd="0" destOrd="0" presId="urn:microsoft.com/office/officeart/2005/8/layout/vList2"/>
    <dgm:cxn modelId="{5E4C29BA-C1A7-4D0C-A48D-A370D90F3038}" type="presOf" srcId="{946F08E9-8E0D-451B-A073-9B539FA8A979}" destId="{4436741A-51F3-49EB-8654-E6278ADECFA6}" srcOrd="0" destOrd="0" presId="urn:microsoft.com/office/officeart/2005/8/layout/vList2"/>
    <dgm:cxn modelId="{41414FD0-7026-496E-9AD4-32864C36CCC2}" type="presOf" srcId="{210FF0E5-EAE0-4F61-BF66-B770381C06F7}" destId="{4560046C-AA1B-4602-AA23-B165FA96D2E7}" srcOrd="0" destOrd="0" presId="urn:microsoft.com/office/officeart/2005/8/layout/vList2"/>
    <dgm:cxn modelId="{C9C81FD6-71FB-4156-88E7-F1E915316E49}" srcId="{752508F4-F204-42CB-BE79-275F44EF59CE}" destId="{210FF0E5-EAE0-4F61-BF66-B770381C06F7}" srcOrd="1" destOrd="0" parTransId="{BE3427CD-8CEF-40DD-9CF0-290746BA20D6}" sibTransId="{2D2F8948-6B14-4676-991B-D43735F5780D}"/>
    <dgm:cxn modelId="{35FAE0E2-8447-4D25-B6C5-9C3C457EC527}" srcId="{752508F4-F204-42CB-BE79-275F44EF59CE}" destId="{3E2C1335-2895-431A-8D0B-1FE596FBB0C5}" srcOrd="2" destOrd="0" parTransId="{C093621D-AB74-4016-98FA-07F30F7C9D08}" sibTransId="{76919345-6385-4632-B50A-50CB8DDC84F5}"/>
    <dgm:cxn modelId="{B27141FA-C8E8-4628-AC55-9B0FF95AE468}" srcId="{752508F4-F204-42CB-BE79-275F44EF59CE}" destId="{1B3AF8EB-6DA4-460E-A52E-05EEC4C611F4}" srcOrd="4" destOrd="0" parTransId="{2A979476-CC95-4D85-9D78-6130188BAAA6}" sibTransId="{C15254AE-16ED-463A-AC43-08D7FA9D6D75}"/>
    <dgm:cxn modelId="{5E131B1A-9CC8-48EE-9823-67B863C50D36}" type="presParOf" srcId="{A38C079F-8B14-45D5-978D-A83175C9774B}" destId="{1DF80606-7D06-4294-BFE0-8AF88FDCD51A}" srcOrd="0" destOrd="0" presId="urn:microsoft.com/office/officeart/2005/8/layout/vList2"/>
    <dgm:cxn modelId="{282D80D4-2A3F-4FA3-89FD-931EABC14FB7}" type="presParOf" srcId="{A38C079F-8B14-45D5-978D-A83175C9774B}" destId="{43630E9E-823F-4B3F-BCCD-8067E20E13C7}" srcOrd="1" destOrd="0" presId="urn:microsoft.com/office/officeart/2005/8/layout/vList2"/>
    <dgm:cxn modelId="{67DB6DD5-979F-48A3-ACCE-149E3D0C490D}" type="presParOf" srcId="{A38C079F-8B14-45D5-978D-A83175C9774B}" destId="{4560046C-AA1B-4602-AA23-B165FA96D2E7}" srcOrd="2" destOrd="0" presId="urn:microsoft.com/office/officeart/2005/8/layout/vList2"/>
    <dgm:cxn modelId="{1BFA4A86-4917-44E9-9191-BAB28A89A2FD}" type="presParOf" srcId="{A38C079F-8B14-45D5-978D-A83175C9774B}" destId="{CEB8E888-62F5-4742-AD2E-70D2AEA0B552}" srcOrd="3" destOrd="0" presId="urn:microsoft.com/office/officeart/2005/8/layout/vList2"/>
    <dgm:cxn modelId="{B6FEFD3A-366E-40A1-8BEA-4A075F12236D}" type="presParOf" srcId="{A38C079F-8B14-45D5-978D-A83175C9774B}" destId="{9A0DAA70-F38F-4494-93FC-6167A73D8D9A}" srcOrd="4" destOrd="0" presId="urn:microsoft.com/office/officeart/2005/8/layout/vList2"/>
    <dgm:cxn modelId="{2B0C2E3C-8564-4B35-987A-AF2260B99F4F}" type="presParOf" srcId="{A38C079F-8B14-45D5-978D-A83175C9774B}" destId="{615FC3D6-3361-4ADC-8B22-34A6420DB45A}" srcOrd="5" destOrd="0" presId="urn:microsoft.com/office/officeart/2005/8/layout/vList2"/>
    <dgm:cxn modelId="{B975E651-9F0D-4A20-BFF8-0C875510BC2A}" type="presParOf" srcId="{A38C079F-8B14-45D5-978D-A83175C9774B}" destId="{5814D466-1F92-42E5-A81A-D69F9E5F145C}" srcOrd="6" destOrd="0" presId="urn:microsoft.com/office/officeart/2005/8/layout/vList2"/>
    <dgm:cxn modelId="{8BA246D5-34D8-473C-A370-3A7E8472210A}" type="presParOf" srcId="{A38C079F-8B14-45D5-978D-A83175C9774B}" destId="{07AE23F8-9E90-47BF-9B8C-4709013DB55D}" srcOrd="7" destOrd="0" presId="urn:microsoft.com/office/officeart/2005/8/layout/vList2"/>
    <dgm:cxn modelId="{4385842E-EBCE-415D-9D2D-A0BB13D06CD0}" type="presParOf" srcId="{A38C079F-8B14-45D5-978D-A83175C9774B}" destId="{A5968135-11FB-4013-845D-B2B296C05757}" srcOrd="8" destOrd="0" presId="urn:microsoft.com/office/officeart/2005/8/layout/vList2"/>
    <dgm:cxn modelId="{07BDCF90-CE98-425E-AB25-5228AF5108D8}" type="presParOf" srcId="{A38C079F-8B14-45D5-978D-A83175C9774B}" destId="{EDBA394A-4B1C-4C16-80CA-68DD606D5BDD}" srcOrd="9" destOrd="0" presId="urn:microsoft.com/office/officeart/2005/8/layout/vList2"/>
    <dgm:cxn modelId="{B8903E97-1EE5-4D62-A75D-D830B095DBB7}" type="presParOf" srcId="{A38C079F-8B14-45D5-978D-A83175C9774B}" destId="{4436741A-51F3-49EB-8654-E6278ADECFA6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4449B57-4434-45B6-8E85-E95937FBF6ED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C92FECE-EEEF-4E54-ADAA-80C8F57DE6D5}">
      <dgm:prSet/>
      <dgm:spPr/>
      <dgm:t>
        <a:bodyPr/>
        <a:lstStyle/>
        <a:p>
          <a:r>
            <a:rPr lang="en-US"/>
            <a:t>- Recepção e armazenamento em nuvem</a:t>
          </a:r>
        </a:p>
      </dgm:t>
    </dgm:pt>
    <dgm:pt modelId="{34655399-ACE5-42C3-B154-0F5453186BFD}" type="parTrans" cxnId="{E01801D3-3A9E-4DF0-B878-3145634FE7FA}">
      <dgm:prSet/>
      <dgm:spPr/>
      <dgm:t>
        <a:bodyPr/>
        <a:lstStyle/>
        <a:p>
          <a:endParaRPr lang="en-US"/>
        </a:p>
      </dgm:t>
    </dgm:pt>
    <dgm:pt modelId="{D1A335E4-8A0C-42BD-8D2A-190A6F635B3C}" type="sibTrans" cxnId="{E01801D3-3A9E-4DF0-B878-3145634FE7FA}">
      <dgm:prSet/>
      <dgm:spPr/>
      <dgm:t>
        <a:bodyPr/>
        <a:lstStyle/>
        <a:p>
          <a:endParaRPr lang="en-US"/>
        </a:p>
      </dgm:t>
    </dgm:pt>
    <dgm:pt modelId="{9E7D37DE-57E5-4C32-9C64-5D626DEA19A4}">
      <dgm:prSet/>
      <dgm:spPr/>
      <dgm:t>
        <a:bodyPr/>
        <a:lstStyle/>
        <a:p>
          <a:r>
            <a:rPr lang="en-US"/>
            <a:t>- Visualização de dados em tempo real</a:t>
          </a:r>
        </a:p>
      </dgm:t>
    </dgm:pt>
    <dgm:pt modelId="{179355AB-65F8-473A-853D-4C86E4A46008}" type="parTrans" cxnId="{4CFD493A-C6B0-4C71-9C82-CC6ADDA9359B}">
      <dgm:prSet/>
      <dgm:spPr/>
      <dgm:t>
        <a:bodyPr/>
        <a:lstStyle/>
        <a:p>
          <a:endParaRPr lang="en-US"/>
        </a:p>
      </dgm:t>
    </dgm:pt>
    <dgm:pt modelId="{344244B1-269E-4E93-98D8-221388766B19}" type="sibTrans" cxnId="{4CFD493A-C6B0-4C71-9C82-CC6ADDA9359B}">
      <dgm:prSet/>
      <dgm:spPr/>
      <dgm:t>
        <a:bodyPr/>
        <a:lstStyle/>
        <a:p>
          <a:endParaRPr lang="en-US"/>
        </a:p>
      </dgm:t>
    </dgm:pt>
    <dgm:pt modelId="{322396EC-58C8-473B-B325-955C05A2B24B}">
      <dgm:prSet/>
      <dgm:spPr/>
      <dgm:t>
        <a:bodyPr/>
        <a:lstStyle/>
        <a:p>
          <a:r>
            <a:rPr lang="en-US"/>
            <a:t>- Histórico de medições</a:t>
          </a:r>
        </a:p>
      </dgm:t>
    </dgm:pt>
    <dgm:pt modelId="{42FB09BC-812C-4B2B-8693-1A04BCE5E580}" type="parTrans" cxnId="{797C538D-213E-42C0-8B06-DD3F0C783CD1}">
      <dgm:prSet/>
      <dgm:spPr/>
      <dgm:t>
        <a:bodyPr/>
        <a:lstStyle/>
        <a:p>
          <a:endParaRPr lang="en-US"/>
        </a:p>
      </dgm:t>
    </dgm:pt>
    <dgm:pt modelId="{AC822319-8C7B-4463-A62C-D5C17D99730D}" type="sibTrans" cxnId="{797C538D-213E-42C0-8B06-DD3F0C783CD1}">
      <dgm:prSet/>
      <dgm:spPr/>
      <dgm:t>
        <a:bodyPr/>
        <a:lstStyle/>
        <a:p>
          <a:endParaRPr lang="en-US"/>
        </a:p>
      </dgm:t>
    </dgm:pt>
    <dgm:pt modelId="{4A5F3E39-257C-4196-BAE6-D8C7A7C96D60}" type="pres">
      <dgm:prSet presAssocID="{84449B57-4434-45B6-8E85-E95937FBF6ED}" presName="linear" presStyleCnt="0">
        <dgm:presLayoutVars>
          <dgm:animLvl val="lvl"/>
          <dgm:resizeHandles val="exact"/>
        </dgm:presLayoutVars>
      </dgm:prSet>
      <dgm:spPr/>
    </dgm:pt>
    <dgm:pt modelId="{A89CCAF9-1AF9-4BBE-BA0A-9C85A0630B0A}" type="pres">
      <dgm:prSet presAssocID="{8C92FECE-EEEF-4E54-ADAA-80C8F57DE6D5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3A1B5E35-19F0-4281-9B57-7124C98FCDE9}" type="pres">
      <dgm:prSet presAssocID="{D1A335E4-8A0C-42BD-8D2A-190A6F635B3C}" presName="spacer" presStyleCnt="0"/>
      <dgm:spPr/>
    </dgm:pt>
    <dgm:pt modelId="{914D5B57-5C00-464D-A218-530A36464CC7}" type="pres">
      <dgm:prSet presAssocID="{9E7D37DE-57E5-4C32-9C64-5D626DEA19A4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4E078B6F-3AAE-48E9-8BF4-102635DFB183}" type="pres">
      <dgm:prSet presAssocID="{344244B1-269E-4E93-98D8-221388766B19}" presName="spacer" presStyleCnt="0"/>
      <dgm:spPr/>
    </dgm:pt>
    <dgm:pt modelId="{B94E51C5-BE1C-43BF-A9DF-2AA65679E754}" type="pres">
      <dgm:prSet presAssocID="{322396EC-58C8-473B-B325-955C05A2B24B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89168801-20D7-4B41-AE13-6267D49F6089}" type="presOf" srcId="{84449B57-4434-45B6-8E85-E95937FBF6ED}" destId="{4A5F3E39-257C-4196-BAE6-D8C7A7C96D60}" srcOrd="0" destOrd="0" presId="urn:microsoft.com/office/officeart/2005/8/layout/vList2"/>
    <dgm:cxn modelId="{6BCF4A10-8221-48A7-BFC1-37A85646F4CC}" type="presOf" srcId="{8C92FECE-EEEF-4E54-ADAA-80C8F57DE6D5}" destId="{A89CCAF9-1AF9-4BBE-BA0A-9C85A0630B0A}" srcOrd="0" destOrd="0" presId="urn:microsoft.com/office/officeart/2005/8/layout/vList2"/>
    <dgm:cxn modelId="{4CFD493A-C6B0-4C71-9C82-CC6ADDA9359B}" srcId="{84449B57-4434-45B6-8E85-E95937FBF6ED}" destId="{9E7D37DE-57E5-4C32-9C64-5D626DEA19A4}" srcOrd="1" destOrd="0" parTransId="{179355AB-65F8-473A-853D-4C86E4A46008}" sibTransId="{344244B1-269E-4E93-98D8-221388766B19}"/>
    <dgm:cxn modelId="{797C538D-213E-42C0-8B06-DD3F0C783CD1}" srcId="{84449B57-4434-45B6-8E85-E95937FBF6ED}" destId="{322396EC-58C8-473B-B325-955C05A2B24B}" srcOrd="2" destOrd="0" parTransId="{42FB09BC-812C-4B2B-8693-1A04BCE5E580}" sibTransId="{AC822319-8C7B-4463-A62C-D5C17D99730D}"/>
    <dgm:cxn modelId="{E7AA039C-857C-412B-A504-F458BC2BB204}" type="presOf" srcId="{322396EC-58C8-473B-B325-955C05A2B24B}" destId="{B94E51C5-BE1C-43BF-A9DF-2AA65679E754}" srcOrd="0" destOrd="0" presId="urn:microsoft.com/office/officeart/2005/8/layout/vList2"/>
    <dgm:cxn modelId="{E01801D3-3A9E-4DF0-B878-3145634FE7FA}" srcId="{84449B57-4434-45B6-8E85-E95937FBF6ED}" destId="{8C92FECE-EEEF-4E54-ADAA-80C8F57DE6D5}" srcOrd="0" destOrd="0" parTransId="{34655399-ACE5-42C3-B154-0F5453186BFD}" sibTransId="{D1A335E4-8A0C-42BD-8D2A-190A6F635B3C}"/>
    <dgm:cxn modelId="{DD846DFA-134A-4535-9BF3-3AB13BD4FB8F}" type="presOf" srcId="{9E7D37DE-57E5-4C32-9C64-5D626DEA19A4}" destId="{914D5B57-5C00-464D-A218-530A36464CC7}" srcOrd="0" destOrd="0" presId="urn:microsoft.com/office/officeart/2005/8/layout/vList2"/>
    <dgm:cxn modelId="{202F3175-0F9B-4079-AB89-4EB85E85A63F}" type="presParOf" srcId="{4A5F3E39-257C-4196-BAE6-D8C7A7C96D60}" destId="{A89CCAF9-1AF9-4BBE-BA0A-9C85A0630B0A}" srcOrd="0" destOrd="0" presId="urn:microsoft.com/office/officeart/2005/8/layout/vList2"/>
    <dgm:cxn modelId="{B926C7E7-00D0-4980-ADE6-7FAEC4C4A06B}" type="presParOf" srcId="{4A5F3E39-257C-4196-BAE6-D8C7A7C96D60}" destId="{3A1B5E35-19F0-4281-9B57-7124C98FCDE9}" srcOrd="1" destOrd="0" presId="urn:microsoft.com/office/officeart/2005/8/layout/vList2"/>
    <dgm:cxn modelId="{A1C1A70D-70B8-4CBA-9F4D-54EC2D0C652D}" type="presParOf" srcId="{4A5F3E39-257C-4196-BAE6-D8C7A7C96D60}" destId="{914D5B57-5C00-464D-A218-530A36464CC7}" srcOrd="2" destOrd="0" presId="urn:microsoft.com/office/officeart/2005/8/layout/vList2"/>
    <dgm:cxn modelId="{77FA7307-1453-49EF-A83B-036634667423}" type="presParOf" srcId="{4A5F3E39-257C-4196-BAE6-D8C7A7C96D60}" destId="{4E078B6F-3AAE-48E9-8BF4-102635DFB183}" srcOrd="3" destOrd="0" presId="urn:microsoft.com/office/officeart/2005/8/layout/vList2"/>
    <dgm:cxn modelId="{25665D3A-EDCD-4159-BAA0-8749BD3FB9CB}" type="presParOf" srcId="{4A5F3E39-257C-4196-BAE6-D8C7A7C96D60}" destId="{B94E51C5-BE1C-43BF-A9DF-2AA65679E754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F4C6DC9-C8C7-4446-9F89-F937340F5857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01C2A32F-B78B-47CA-AFEB-73B6BFA12045}">
      <dgm:prSet/>
      <dgm:spPr/>
      <dgm:t>
        <a:bodyPr/>
        <a:lstStyle/>
        <a:p>
          <a:r>
            <a:rPr lang="en-US"/>
            <a:t>- Operação: -10 °C a 50 °C</a:t>
          </a:r>
        </a:p>
      </dgm:t>
    </dgm:pt>
    <dgm:pt modelId="{6C34937B-D4D6-4BA5-ACD5-6780FBE8608B}" type="parTrans" cxnId="{DA3F6F10-7FC6-449A-A050-D425722CC7CD}">
      <dgm:prSet/>
      <dgm:spPr/>
      <dgm:t>
        <a:bodyPr/>
        <a:lstStyle/>
        <a:p>
          <a:endParaRPr lang="en-US"/>
        </a:p>
      </dgm:t>
    </dgm:pt>
    <dgm:pt modelId="{5B13662C-55ED-4EAF-B4AE-E9EB6F77B893}" type="sibTrans" cxnId="{DA3F6F10-7FC6-449A-A050-D425722CC7CD}">
      <dgm:prSet/>
      <dgm:spPr/>
      <dgm:t>
        <a:bodyPr/>
        <a:lstStyle/>
        <a:p>
          <a:endParaRPr lang="en-US"/>
        </a:p>
      </dgm:t>
    </dgm:pt>
    <dgm:pt modelId="{B039172E-50AC-43FA-892A-9A8166C9C3B1}">
      <dgm:prSet/>
      <dgm:spPr/>
      <dgm:t>
        <a:bodyPr/>
        <a:lstStyle/>
        <a:p>
          <a:r>
            <a:rPr lang="en-US"/>
            <a:t>- Autonomia: 8 horas com power bank</a:t>
          </a:r>
        </a:p>
      </dgm:t>
    </dgm:pt>
    <dgm:pt modelId="{C22D38D9-EFED-48BF-8D97-E75EDC0FC479}" type="parTrans" cxnId="{F8809756-987E-4A77-AFB3-DD58A3F2425B}">
      <dgm:prSet/>
      <dgm:spPr/>
      <dgm:t>
        <a:bodyPr/>
        <a:lstStyle/>
        <a:p>
          <a:endParaRPr lang="en-US"/>
        </a:p>
      </dgm:t>
    </dgm:pt>
    <dgm:pt modelId="{9CBE712C-F52D-481B-9448-715E212A79C9}" type="sibTrans" cxnId="{F8809756-987E-4A77-AFB3-DD58A3F2425B}">
      <dgm:prSet/>
      <dgm:spPr/>
      <dgm:t>
        <a:bodyPr/>
        <a:lstStyle/>
        <a:p>
          <a:endParaRPr lang="en-US"/>
        </a:p>
      </dgm:t>
    </dgm:pt>
    <dgm:pt modelId="{E09D69BC-5294-4CB2-8AE5-6307A2BF91F4}" type="pres">
      <dgm:prSet presAssocID="{9F4C6DC9-C8C7-4446-9F89-F937340F5857}" presName="linear" presStyleCnt="0">
        <dgm:presLayoutVars>
          <dgm:animLvl val="lvl"/>
          <dgm:resizeHandles val="exact"/>
        </dgm:presLayoutVars>
      </dgm:prSet>
      <dgm:spPr/>
    </dgm:pt>
    <dgm:pt modelId="{93472008-28AA-4F96-ACCB-2FC7C1EBDE0F}" type="pres">
      <dgm:prSet presAssocID="{01C2A32F-B78B-47CA-AFEB-73B6BFA12045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AD592DBE-C623-4D9F-BB33-A13906F6C0CD}" type="pres">
      <dgm:prSet presAssocID="{5B13662C-55ED-4EAF-B4AE-E9EB6F77B893}" presName="spacer" presStyleCnt="0"/>
      <dgm:spPr/>
    </dgm:pt>
    <dgm:pt modelId="{9CFEF850-5BE8-4396-8996-DE0A83DBF9EC}" type="pres">
      <dgm:prSet presAssocID="{B039172E-50AC-43FA-892A-9A8166C9C3B1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54E0A904-2CD7-41E3-8082-F81985E7ADEC}" type="presOf" srcId="{B039172E-50AC-43FA-892A-9A8166C9C3B1}" destId="{9CFEF850-5BE8-4396-8996-DE0A83DBF9EC}" srcOrd="0" destOrd="0" presId="urn:microsoft.com/office/officeart/2005/8/layout/vList2"/>
    <dgm:cxn modelId="{DA3F6F10-7FC6-449A-A050-D425722CC7CD}" srcId="{9F4C6DC9-C8C7-4446-9F89-F937340F5857}" destId="{01C2A32F-B78B-47CA-AFEB-73B6BFA12045}" srcOrd="0" destOrd="0" parTransId="{6C34937B-D4D6-4BA5-ACD5-6780FBE8608B}" sibTransId="{5B13662C-55ED-4EAF-B4AE-E9EB6F77B893}"/>
    <dgm:cxn modelId="{6222971B-B5AF-4E6A-8A02-E46F2D498A99}" type="presOf" srcId="{9F4C6DC9-C8C7-4446-9F89-F937340F5857}" destId="{E09D69BC-5294-4CB2-8AE5-6307A2BF91F4}" srcOrd="0" destOrd="0" presId="urn:microsoft.com/office/officeart/2005/8/layout/vList2"/>
    <dgm:cxn modelId="{F8809756-987E-4A77-AFB3-DD58A3F2425B}" srcId="{9F4C6DC9-C8C7-4446-9F89-F937340F5857}" destId="{B039172E-50AC-43FA-892A-9A8166C9C3B1}" srcOrd="1" destOrd="0" parTransId="{C22D38D9-EFED-48BF-8D97-E75EDC0FC479}" sibTransId="{9CBE712C-F52D-481B-9448-715E212A79C9}"/>
    <dgm:cxn modelId="{6B591497-AAB7-4323-88AE-AD9943422ABD}" type="presOf" srcId="{01C2A32F-B78B-47CA-AFEB-73B6BFA12045}" destId="{93472008-28AA-4F96-ACCB-2FC7C1EBDE0F}" srcOrd="0" destOrd="0" presId="urn:microsoft.com/office/officeart/2005/8/layout/vList2"/>
    <dgm:cxn modelId="{1F0941D4-55E0-4504-9A02-9045C9861B82}" type="presParOf" srcId="{E09D69BC-5294-4CB2-8AE5-6307A2BF91F4}" destId="{93472008-28AA-4F96-ACCB-2FC7C1EBDE0F}" srcOrd="0" destOrd="0" presId="urn:microsoft.com/office/officeart/2005/8/layout/vList2"/>
    <dgm:cxn modelId="{35479ECD-1AE8-4FD1-B419-E745607D0974}" type="presParOf" srcId="{E09D69BC-5294-4CB2-8AE5-6307A2BF91F4}" destId="{AD592DBE-C623-4D9F-BB33-A13906F6C0CD}" srcOrd="1" destOrd="0" presId="urn:microsoft.com/office/officeart/2005/8/layout/vList2"/>
    <dgm:cxn modelId="{8EF08F03-BDF0-491C-B675-A1883684FF12}" type="presParOf" srcId="{E09D69BC-5294-4CB2-8AE5-6307A2BF91F4}" destId="{9CFEF850-5BE8-4396-8996-DE0A83DBF9EC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3D1241CC-52A5-4DD5-B335-9585F13B707F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BE3E41B-E004-4FC2-B52E-B1F232B9B42D}">
      <dgm:prSet/>
      <dgm:spPr/>
      <dgm:t>
        <a:bodyPr/>
        <a:lstStyle/>
        <a:p>
          <a:r>
            <a:rPr lang="en-US"/>
            <a:t>- Operar 24h enviando e registrando dados sem falhas</a:t>
          </a:r>
        </a:p>
      </dgm:t>
    </dgm:pt>
    <dgm:pt modelId="{C0A41864-9C26-4A3D-84B0-1075567BCF8C}" type="parTrans" cxnId="{9C3AA104-E791-4AB4-BB4B-B5DDDBFF2801}">
      <dgm:prSet/>
      <dgm:spPr/>
      <dgm:t>
        <a:bodyPr/>
        <a:lstStyle/>
        <a:p>
          <a:endParaRPr lang="en-US"/>
        </a:p>
      </dgm:t>
    </dgm:pt>
    <dgm:pt modelId="{F4B6C137-24C2-4148-8644-D2AAC567CEE4}" type="sibTrans" cxnId="{9C3AA104-E791-4AB4-BB4B-B5DDDBFF2801}">
      <dgm:prSet/>
      <dgm:spPr/>
      <dgm:t>
        <a:bodyPr/>
        <a:lstStyle/>
        <a:p>
          <a:endParaRPr lang="en-US"/>
        </a:p>
      </dgm:t>
    </dgm:pt>
    <dgm:pt modelId="{40A856A7-025C-47B5-B859-CEB2C5A758DD}">
      <dgm:prSet/>
      <dgm:spPr/>
      <dgm:t>
        <a:bodyPr/>
        <a:lstStyle/>
        <a:p>
          <a:r>
            <a:rPr lang="en-US"/>
            <a:t>- Detectar corretamente presença e gases</a:t>
          </a:r>
        </a:p>
      </dgm:t>
    </dgm:pt>
    <dgm:pt modelId="{51640734-C394-4FD9-AAA8-13D07837EC1D}" type="parTrans" cxnId="{88E0E92F-EE4F-4F7B-ADA3-FDA0226BCDFB}">
      <dgm:prSet/>
      <dgm:spPr/>
      <dgm:t>
        <a:bodyPr/>
        <a:lstStyle/>
        <a:p>
          <a:endParaRPr lang="en-US"/>
        </a:p>
      </dgm:t>
    </dgm:pt>
    <dgm:pt modelId="{901BF2BC-E3F2-4D95-88A7-999F1098914E}" type="sibTrans" cxnId="{88E0E92F-EE4F-4F7B-ADA3-FDA0226BCDFB}">
      <dgm:prSet/>
      <dgm:spPr/>
      <dgm:t>
        <a:bodyPr/>
        <a:lstStyle/>
        <a:p>
          <a:endParaRPr lang="en-US"/>
        </a:p>
      </dgm:t>
    </dgm:pt>
    <dgm:pt modelId="{88942B34-2108-4124-8702-F34A27B2DE71}">
      <dgm:prSet/>
      <dgm:spPr/>
      <dgm:t>
        <a:bodyPr/>
        <a:lstStyle/>
        <a:p>
          <a:r>
            <a:rPr lang="en-US"/>
            <a:t>- Acionar alarmes em situações de risco</a:t>
          </a:r>
        </a:p>
      </dgm:t>
    </dgm:pt>
    <dgm:pt modelId="{5F7486AE-B13E-4011-8C79-E3B2D8EFF019}" type="parTrans" cxnId="{86F94D7B-F073-4E60-9F50-8348C0975232}">
      <dgm:prSet/>
      <dgm:spPr/>
      <dgm:t>
        <a:bodyPr/>
        <a:lstStyle/>
        <a:p>
          <a:endParaRPr lang="en-US"/>
        </a:p>
      </dgm:t>
    </dgm:pt>
    <dgm:pt modelId="{E0058F4F-C12D-45B8-B234-F8292AAC777C}" type="sibTrans" cxnId="{86F94D7B-F073-4E60-9F50-8348C0975232}">
      <dgm:prSet/>
      <dgm:spPr/>
      <dgm:t>
        <a:bodyPr/>
        <a:lstStyle/>
        <a:p>
          <a:endParaRPr lang="en-US"/>
        </a:p>
      </dgm:t>
    </dgm:pt>
    <dgm:pt modelId="{10BC88B8-4384-4713-B5F4-53D5B8501144}">
      <dgm:prSet/>
      <dgm:spPr/>
      <dgm:t>
        <a:bodyPr/>
        <a:lstStyle/>
        <a:p>
          <a:r>
            <a:rPr lang="en-US"/>
            <a:t>- Comunicação com plataforma IoT</a:t>
          </a:r>
        </a:p>
      </dgm:t>
    </dgm:pt>
    <dgm:pt modelId="{D87313CB-F38A-4C0B-B6C4-58520BD970F5}" type="parTrans" cxnId="{528155FB-A5BB-49BF-B639-C12A1349D91A}">
      <dgm:prSet/>
      <dgm:spPr/>
      <dgm:t>
        <a:bodyPr/>
        <a:lstStyle/>
        <a:p>
          <a:endParaRPr lang="en-US"/>
        </a:p>
      </dgm:t>
    </dgm:pt>
    <dgm:pt modelId="{4FDDCBF5-1ADF-445A-9D73-0447E7BCE408}" type="sibTrans" cxnId="{528155FB-A5BB-49BF-B639-C12A1349D91A}">
      <dgm:prSet/>
      <dgm:spPr/>
      <dgm:t>
        <a:bodyPr/>
        <a:lstStyle/>
        <a:p>
          <a:endParaRPr lang="en-US"/>
        </a:p>
      </dgm:t>
    </dgm:pt>
    <dgm:pt modelId="{11D7CF63-969E-4E82-8A24-560F8B0DA121}" type="pres">
      <dgm:prSet presAssocID="{3D1241CC-52A5-4DD5-B335-9585F13B707F}" presName="linear" presStyleCnt="0">
        <dgm:presLayoutVars>
          <dgm:animLvl val="lvl"/>
          <dgm:resizeHandles val="exact"/>
        </dgm:presLayoutVars>
      </dgm:prSet>
      <dgm:spPr/>
    </dgm:pt>
    <dgm:pt modelId="{930FFA62-12F0-41AE-BBE7-B964757E2F5F}" type="pres">
      <dgm:prSet presAssocID="{1BE3E41B-E004-4FC2-B52E-B1F232B9B42D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521B1617-0994-4C6C-9B4A-F54811D91081}" type="pres">
      <dgm:prSet presAssocID="{F4B6C137-24C2-4148-8644-D2AAC567CEE4}" presName="spacer" presStyleCnt="0"/>
      <dgm:spPr/>
    </dgm:pt>
    <dgm:pt modelId="{08346749-3814-4025-8E2B-B5C2DBFCF0D3}" type="pres">
      <dgm:prSet presAssocID="{40A856A7-025C-47B5-B859-CEB2C5A758DD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D789FDBB-12AD-42C9-B743-E09389814F42}" type="pres">
      <dgm:prSet presAssocID="{901BF2BC-E3F2-4D95-88A7-999F1098914E}" presName="spacer" presStyleCnt="0"/>
      <dgm:spPr/>
    </dgm:pt>
    <dgm:pt modelId="{4D46A582-DD46-4653-8DEA-039D79EC8DE1}" type="pres">
      <dgm:prSet presAssocID="{88942B34-2108-4124-8702-F34A27B2DE71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6B5CB9A8-0B05-407C-9DB7-8ABD6156C8E4}" type="pres">
      <dgm:prSet presAssocID="{E0058F4F-C12D-45B8-B234-F8292AAC777C}" presName="spacer" presStyleCnt="0"/>
      <dgm:spPr/>
    </dgm:pt>
    <dgm:pt modelId="{E9B0B745-AA41-4FBA-B3CF-5F8807EC9911}" type="pres">
      <dgm:prSet presAssocID="{10BC88B8-4384-4713-B5F4-53D5B8501144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9C3AA104-E791-4AB4-BB4B-B5DDDBFF2801}" srcId="{3D1241CC-52A5-4DD5-B335-9585F13B707F}" destId="{1BE3E41B-E004-4FC2-B52E-B1F232B9B42D}" srcOrd="0" destOrd="0" parTransId="{C0A41864-9C26-4A3D-84B0-1075567BCF8C}" sibTransId="{F4B6C137-24C2-4148-8644-D2AAC567CEE4}"/>
    <dgm:cxn modelId="{88E0E92F-EE4F-4F7B-ADA3-FDA0226BCDFB}" srcId="{3D1241CC-52A5-4DD5-B335-9585F13B707F}" destId="{40A856A7-025C-47B5-B859-CEB2C5A758DD}" srcOrd="1" destOrd="0" parTransId="{51640734-C394-4FD9-AAA8-13D07837EC1D}" sibTransId="{901BF2BC-E3F2-4D95-88A7-999F1098914E}"/>
    <dgm:cxn modelId="{1BA0A25C-F8D9-45CC-84DD-65AECCAAA84D}" type="presOf" srcId="{40A856A7-025C-47B5-B859-CEB2C5A758DD}" destId="{08346749-3814-4025-8E2B-B5C2DBFCF0D3}" srcOrd="0" destOrd="0" presId="urn:microsoft.com/office/officeart/2005/8/layout/vList2"/>
    <dgm:cxn modelId="{5588CA66-8873-4CD3-9E89-766C56B78440}" type="presOf" srcId="{10BC88B8-4384-4713-B5F4-53D5B8501144}" destId="{E9B0B745-AA41-4FBA-B3CF-5F8807EC9911}" srcOrd="0" destOrd="0" presId="urn:microsoft.com/office/officeart/2005/8/layout/vList2"/>
    <dgm:cxn modelId="{86F94D7B-F073-4E60-9F50-8348C0975232}" srcId="{3D1241CC-52A5-4DD5-B335-9585F13B707F}" destId="{88942B34-2108-4124-8702-F34A27B2DE71}" srcOrd="2" destOrd="0" parTransId="{5F7486AE-B13E-4011-8C79-E3B2D8EFF019}" sibTransId="{E0058F4F-C12D-45B8-B234-F8292AAC777C}"/>
    <dgm:cxn modelId="{2BB65DBA-D9C0-44CE-A49C-F59B6B73E965}" type="presOf" srcId="{88942B34-2108-4124-8702-F34A27B2DE71}" destId="{4D46A582-DD46-4653-8DEA-039D79EC8DE1}" srcOrd="0" destOrd="0" presId="urn:microsoft.com/office/officeart/2005/8/layout/vList2"/>
    <dgm:cxn modelId="{8375ABD8-B374-45F3-BED6-311633AE436D}" type="presOf" srcId="{1BE3E41B-E004-4FC2-B52E-B1F232B9B42D}" destId="{930FFA62-12F0-41AE-BBE7-B964757E2F5F}" srcOrd="0" destOrd="0" presId="urn:microsoft.com/office/officeart/2005/8/layout/vList2"/>
    <dgm:cxn modelId="{DBBD34E5-AB53-41F4-AD42-9BA68517B5AB}" type="presOf" srcId="{3D1241CC-52A5-4DD5-B335-9585F13B707F}" destId="{11D7CF63-969E-4E82-8A24-560F8B0DA121}" srcOrd="0" destOrd="0" presId="urn:microsoft.com/office/officeart/2005/8/layout/vList2"/>
    <dgm:cxn modelId="{528155FB-A5BB-49BF-B639-C12A1349D91A}" srcId="{3D1241CC-52A5-4DD5-B335-9585F13B707F}" destId="{10BC88B8-4384-4713-B5F4-53D5B8501144}" srcOrd="3" destOrd="0" parTransId="{D87313CB-F38A-4C0B-B6C4-58520BD970F5}" sibTransId="{4FDDCBF5-1ADF-445A-9D73-0447E7BCE408}"/>
    <dgm:cxn modelId="{FAE74F75-8DE7-48AA-9C1D-983B6A0B21C2}" type="presParOf" srcId="{11D7CF63-969E-4E82-8A24-560F8B0DA121}" destId="{930FFA62-12F0-41AE-BBE7-B964757E2F5F}" srcOrd="0" destOrd="0" presId="urn:microsoft.com/office/officeart/2005/8/layout/vList2"/>
    <dgm:cxn modelId="{9AE0D7C5-20EE-4A5F-93E6-901C80754FAB}" type="presParOf" srcId="{11D7CF63-969E-4E82-8A24-560F8B0DA121}" destId="{521B1617-0994-4C6C-9B4A-F54811D91081}" srcOrd="1" destOrd="0" presId="urn:microsoft.com/office/officeart/2005/8/layout/vList2"/>
    <dgm:cxn modelId="{ADBD9ED7-F17C-4E7E-A0A9-E0901C2DC87C}" type="presParOf" srcId="{11D7CF63-969E-4E82-8A24-560F8B0DA121}" destId="{08346749-3814-4025-8E2B-B5C2DBFCF0D3}" srcOrd="2" destOrd="0" presId="urn:microsoft.com/office/officeart/2005/8/layout/vList2"/>
    <dgm:cxn modelId="{B9C5B6AE-E6E5-4E43-A799-2FFB819A9CBC}" type="presParOf" srcId="{11D7CF63-969E-4E82-8A24-560F8B0DA121}" destId="{D789FDBB-12AD-42C9-B743-E09389814F42}" srcOrd="3" destOrd="0" presId="urn:microsoft.com/office/officeart/2005/8/layout/vList2"/>
    <dgm:cxn modelId="{0D9CBF41-63A8-4ED6-88D9-432DA882AB66}" type="presParOf" srcId="{11D7CF63-969E-4E82-8A24-560F8B0DA121}" destId="{4D46A582-DD46-4653-8DEA-039D79EC8DE1}" srcOrd="4" destOrd="0" presId="urn:microsoft.com/office/officeart/2005/8/layout/vList2"/>
    <dgm:cxn modelId="{467FE9F4-0018-4489-86A7-5EA8CB33CAD4}" type="presParOf" srcId="{11D7CF63-969E-4E82-8A24-560F8B0DA121}" destId="{6B5CB9A8-0B05-407C-9DB7-8ABD6156C8E4}" srcOrd="5" destOrd="0" presId="urn:microsoft.com/office/officeart/2005/8/layout/vList2"/>
    <dgm:cxn modelId="{9A7EB4C1-868E-4A56-98FD-E81AACBAA6F4}" type="presParOf" srcId="{11D7CF63-969E-4E82-8A24-560F8B0DA121}" destId="{E9B0B745-AA41-4FBA-B3CF-5F8807EC9911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FC3BDA9D-B7DC-4C27-91D5-27F9F2744C40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E63498D-465A-4A05-9F64-25BD7B460D37}">
      <dgm:prSet/>
      <dgm:spPr/>
      <dgm:t>
        <a:bodyPr/>
        <a:lstStyle/>
        <a:p>
          <a:r>
            <a:rPr lang="en-US"/>
            <a:t>- Sensor de presença</a:t>
          </a:r>
        </a:p>
      </dgm:t>
    </dgm:pt>
    <dgm:pt modelId="{1B29FDFF-5CA6-4B6E-81F8-1BE913A45DD9}" type="parTrans" cxnId="{AFE9F3D1-0752-4F17-BABA-E8468FF3D4B7}">
      <dgm:prSet/>
      <dgm:spPr/>
      <dgm:t>
        <a:bodyPr/>
        <a:lstStyle/>
        <a:p>
          <a:endParaRPr lang="en-US"/>
        </a:p>
      </dgm:t>
    </dgm:pt>
    <dgm:pt modelId="{487474F3-D228-42CF-90CA-CE3D8A41999E}" type="sibTrans" cxnId="{AFE9F3D1-0752-4F17-BABA-E8468FF3D4B7}">
      <dgm:prSet/>
      <dgm:spPr/>
      <dgm:t>
        <a:bodyPr/>
        <a:lstStyle/>
        <a:p>
          <a:endParaRPr lang="en-US"/>
        </a:p>
      </dgm:t>
    </dgm:pt>
    <dgm:pt modelId="{76DA3FEC-3267-48AB-9A12-EA490C0724BE}">
      <dgm:prSet/>
      <dgm:spPr/>
      <dgm:t>
        <a:bodyPr/>
        <a:lstStyle/>
        <a:p>
          <a:r>
            <a:rPr lang="en-US"/>
            <a:t>- Sensor de gás</a:t>
          </a:r>
        </a:p>
      </dgm:t>
    </dgm:pt>
    <dgm:pt modelId="{D9E5D75B-2E1B-408C-BE7A-14831C8EEA00}" type="parTrans" cxnId="{A6399979-318D-462C-B3BC-6801FBA9EDF4}">
      <dgm:prSet/>
      <dgm:spPr/>
      <dgm:t>
        <a:bodyPr/>
        <a:lstStyle/>
        <a:p>
          <a:endParaRPr lang="en-US"/>
        </a:p>
      </dgm:t>
    </dgm:pt>
    <dgm:pt modelId="{7E30747B-594B-419A-A4CA-C73B2C376305}" type="sibTrans" cxnId="{A6399979-318D-462C-B3BC-6801FBA9EDF4}">
      <dgm:prSet/>
      <dgm:spPr/>
      <dgm:t>
        <a:bodyPr/>
        <a:lstStyle/>
        <a:p>
          <a:endParaRPr lang="en-US"/>
        </a:p>
      </dgm:t>
    </dgm:pt>
    <dgm:pt modelId="{122AC6E6-FDB5-4760-BBD3-E908F314F4F9}">
      <dgm:prSet/>
      <dgm:spPr/>
      <dgm:t>
        <a:bodyPr/>
        <a:lstStyle/>
        <a:p>
          <a:r>
            <a:rPr lang="en-US"/>
            <a:t>- LED de alerta</a:t>
          </a:r>
        </a:p>
      </dgm:t>
    </dgm:pt>
    <dgm:pt modelId="{AEEBB274-B861-462D-9299-F18B8FAA6DA6}" type="parTrans" cxnId="{9F6F5F68-80A7-4791-9A00-CB7ED7DD559F}">
      <dgm:prSet/>
      <dgm:spPr/>
      <dgm:t>
        <a:bodyPr/>
        <a:lstStyle/>
        <a:p>
          <a:endParaRPr lang="en-US"/>
        </a:p>
      </dgm:t>
    </dgm:pt>
    <dgm:pt modelId="{6D1237A0-9D9D-4917-B28E-477D17C50595}" type="sibTrans" cxnId="{9F6F5F68-80A7-4791-9A00-CB7ED7DD559F}">
      <dgm:prSet/>
      <dgm:spPr/>
      <dgm:t>
        <a:bodyPr/>
        <a:lstStyle/>
        <a:p>
          <a:endParaRPr lang="en-US"/>
        </a:p>
      </dgm:t>
    </dgm:pt>
    <dgm:pt modelId="{754B1795-D6A4-483B-8535-B49E4F4ED558}">
      <dgm:prSet/>
      <dgm:spPr/>
      <dgm:t>
        <a:bodyPr/>
        <a:lstStyle/>
        <a:p>
          <a:r>
            <a:rPr lang="en-US"/>
            <a:t>- Comunicação com plataforma IoT</a:t>
          </a:r>
        </a:p>
      </dgm:t>
    </dgm:pt>
    <dgm:pt modelId="{42208D87-82C9-4293-A298-9AB902C484AD}" type="parTrans" cxnId="{B189BA73-1C34-4B69-9AF9-33622F7A9E45}">
      <dgm:prSet/>
      <dgm:spPr/>
      <dgm:t>
        <a:bodyPr/>
        <a:lstStyle/>
        <a:p>
          <a:endParaRPr lang="en-US"/>
        </a:p>
      </dgm:t>
    </dgm:pt>
    <dgm:pt modelId="{3140CDD5-D6A1-4F0E-B355-8FF41EC94507}" type="sibTrans" cxnId="{B189BA73-1C34-4B69-9AF9-33622F7A9E45}">
      <dgm:prSet/>
      <dgm:spPr/>
      <dgm:t>
        <a:bodyPr/>
        <a:lstStyle/>
        <a:p>
          <a:endParaRPr lang="en-US"/>
        </a:p>
      </dgm:t>
    </dgm:pt>
    <dgm:pt modelId="{FF1D8017-2087-4084-8318-28B689392834}">
      <dgm:prSet/>
      <dgm:spPr/>
      <dgm:t>
        <a:bodyPr/>
        <a:lstStyle/>
        <a:p>
          <a:r>
            <a:rPr lang="en-US"/>
            <a:t>- Armazenamento local</a:t>
          </a:r>
        </a:p>
      </dgm:t>
    </dgm:pt>
    <dgm:pt modelId="{F035CFA7-5FB4-49E6-B4EC-457969BC0583}" type="parTrans" cxnId="{7C415171-9A5F-4B1E-9FD6-D5043F8206CF}">
      <dgm:prSet/>
      <dgm:spPr/>
      <dgm:t>
        <a:bodyPr/>
        <a:lstStyle/>
        <a:p>
          <a:endParaRPr lang="en-US"/>
        </a:p>
      </dgm:t>
    </dgm:pt>
    <dgm:pt modelId="{7369B8F4-FB2D-4700-8DDC-02CF095769DB}" type="sibTrans" cxnId="{7C415171-9A5F-4B1E-9FD6-D5043F8206CF}">
      <dgm:prSet/>
      <dgm:spPr/>
      <dgm:t>
        <a:bodyPr/>
        <a:lstStyle/>
        <a:p>
          <a:endParaRPr lang="en-US"/>
        </a:p>
      </dgm:t>
    </dgm:pt>
    <dgm:pt modelId="{9A6F35CD-4F80-4E7A-8408-259CC2C457FF}">
      <dgm:prSet/>
      <dgm:spPr/>
      <dgm:t>
        <a:bodyPr/>
        <a:lstStyle/>
        <a:p>
          <a:r>
            <a:rPr lang="en-US"/>
            <a:t>- Interface de rede</a:t>
          </a:r>
        </a:p>
      </dgm:t>
    </dgm:pt>
    <dgm:pt modelId="{F839A534-921A-4B69-8948-C977A80CEA8F}" type="parTrans" cxnId="{1DA3F59B-8A1D-4EB2-8D1E-D0B11D6F2D51}">
      <dgm:prSet/>
      <dgm:spPr/>
      <dgm:t>
        <a:bodyPr/>
        <a:lstStyle/>
        <a:p>
          <a:endParaRPr lang="en-US"/>
        </a:p>
      </dgm:t>
    </dgm:pt>
    <dgm:pt modelId="{CC3CB8A5-48B7-4559-9EF3-BE64F08D3845}" type="sibTrans" cxnId="{1DA3F59B-8A1D-4EB2-8D1E-D0B11D6F2D51}">
      <dgm:prSet/>
      <dgm:spPr/>
      <dgm:t>
        <a:bodyPr/>
        <a:lstStyle/>
        <a:p>
          <a:endParaRPr lang="en-US"/>
        </a:p>
      </dgm:t>
    </dgm:pt>
    <dgm:pt modelId="{BAF7B93C-1295-4FF5-AE51-05412F7DD6BE}">
      <dgm:prSet/>
      <dgm:spPr/>
      <dgm:t>
        <a:bodyPr/>
        <a:lstStyle/>
        <a:p>
          <a:r>
            <a:rPr lang="en-US"/>
            <a:t>- Alarme sonoro</a:t>
          </a:r>
        </a:p>
      </dgm:t>
    </dgm:pt>
    <dgm:pt modelId="{8D979D45-8F69-4DE6-B07F-149E381944C3}" type="parTrans" cxnId="{48055B04-A0FE-44DE-8225-FCCDF9D13836}">
      <dgm:prSet/>
      <dgm:spPr/>
      <dgm:t>
        <a:bodyPr/>
        <a:lstStyle/>
        <a:p>
          <a:endParaRPr lang="en-US"/>
        </a:p>
      </dgm:t>
    </dgm:pt>
    <dgm:pt modelId="{2CA62F83-2F40-4E46-9CA6-504BB11A6DD6}" type="sibTrans" cxnId="{48055B04-A0FE-44DE-8225-FCCDF9D13836}">
      <dgm:prSet/>
      <dgm:spPr/>
      <dgm:t>
        <a:bodyPr/>
        <a:lstStyle/>
        <a:p>
          <a:endParaRPr lang="en-US"/>
        </a:p>
      </dgm:t>
    </dgm:pt>
    <dgm:pt modelId="{0114F616-6711-4472-BE90-83E3E4CAD3AF}">
      <dgm:prSet/>
      <dgm:spPr/>
      <dgm:t>
        <a:bodyPr/>
        <a:lstStyle/>
        <a:p>
          <a:r>
            <a:rPr lang="en-US"/>
            <a:t>- Microcontrolador</a:t>
          </a:r>
        </a:p>
      </dgm:t>
    </dgm:pt>
    <dgm:pt modelId="{6257D434-2981-4CE1-BC4E-186589692AB4}" type="parTrans" cxnId="{68644048-8B14-492F-8777-9AD4C996B51F}">
      <dgm:prSet/>
      <dgm:spPr/>
      <dgm:t>
        <a:bodyPr/>
        <a:lstStyle/>
        <a:p>
          <a:endParaRPr lang="en-US"/>
        </a:p>
      </dgm:t>
    </dgm:pt>
    <dgm:pt modelId="{8923C21E-382D-4751-AAA8-F49C9A9DDB99}" type="sibTrans" cxnId="{68644048-8B14-492F-8777-9AD4C996B51F}">
      <dgm:prSet/>
      <dgm:spPr/>
      <dgm:t>
        <a:bodyPr/>
        <a:lstStyle/>
        <a:p>
          <a:endParaRPr lang="en-US"/>
        </a:p>
      </dgm:t>
    </dgm:pt>
    <dgm:pt modelId="{CA04B9AD-B74C-48DD-857E-97464BC85566}" type="pres">
      <dgm:prSet presAssocID="{FC3BDA9D-B7DC-4C27-91D5-27F9F2744C40}" presName="linear" presStyleCnt="0">
        <dgm:presLayoutVars>
          <dgm:animLvl val="lvl"/>
          <dgm:resizeHandles val="exact"/>
        </dgm:presLayoutVars>
      </dgm:prSet>
      <dgm:spPr/>
    </dgm:pt>
    <dgm:pt modelId="{63A9D1F3-498E-4780-94F5-26743A939192}" type="pres">
      <dgm:prSet presAssocID="{FE63498D-465A-4A05-9F64-25BD7B460D37}" presName="parentText" presStyleLbl="node1" presStyleIdx="0" presStyleCnt="8">
        <dgm:presLayoutVars>
          <dgm:chMax val="0"/>
          <dgm:bulletEnabled val="1"/>
        </dgm:presLayoutVars>
      </dgm:prSet>
      <dgm:spPr/>
    </dgm:pt>
    <dgm:pt modelId="{9F2EA59F-080F-47B1-A498-256280B4A48E}" type="pres">
      <dgm:prSet presAssocID="{487474F3-D228-42CF-90CA-CE3D8A41999E}" presName="spacer" presStyleCnt="0"/>
      <dgm:spPr/>
    </dgm:pt>
    <dgm:pt modelId="{8C9FE107-47C0-426E-8312-BDFF9B9D49FF}" type="pres">
      <dgm:prSet presAssocID="{76DA3FEC-3267-48AB-9A12-EA490C0724BE}" presName="parentText" presStyleLbl="node1" presStyleIdx="1" presStyleCnt="8">
        <dgm:presLayoutVars>
          <dgm:chMax val="0"/>
          <dgm:bulletEnabled val="1"/>
        </dgm:presLayoutVars>
      </dgm:prSet>
      <dgm:spPr/>
    </dgm:pt>
    <dgm:pt modelId="{A49D50F6-140B-4C5F-A842-43FEE7AA49C1}" type="pres">
      <dgm:prSet presAssocID="{7E30747B-594B-419A-A4CA-C73B2C376305}" presName="spacer" presStyleCnt="0"/>
      <dgm:spPr/>
    </dgm:pt>
    <dgm:pt modelId="{7ED26D61-CF47-4C06-B8FB-45CD1B2D1B0D}" type="pres">
      <dgm:prSet presAssocID="{122AC6E6-FDB5-4760-BBD3-E908F314F4F9}" presName="parentText" presStyleLbl="node1" presStyleIdx="2" presStyleCnt="8">
        <dgm:presLayoutVars>
          <dgm:chMax val="0"/>
          <dgm:bulletEnabled val="1"/>
        </dgm:presLayoutVars>
      </dgm:prSet>
      <dgm:spPr/>
    </dgm:pt>
    <dgm:pt modelId="{22AEA756-9FB4-4CBB-88FF-2B60DD38E5FC}" type="pres">
      <dgm:prSet presAssocID="{6D1237A0-9D9D-4917-B28E-477D17C50595}" presName="spacer" presStyleCnt="0"/>
      <dgm:spPr/>
    </dgm:pt>
    <dgm:pt modelId="{D294430A-7070-489F-BDF6-F00C3D09EBD5}" type="pres">
      <dgm:prSet presAssocID="{754B1795-D6A4-483B-8535-B49E4F4ED558}" presName="parentText" presStyleLbl="node1" presStyleIdx="3" presStyleCnt="8">
        <dgm:presLayoutVars>
          <dgm:chMax val="0"/>
          <dgm:bulletEnabled val="1"/>
        </dgm:presLayoutVars>
      </dgm:prSet>
      <dgm:spPr/>
    </dgm:pt>
    <dgm:pt modelId="{B96CDFF4-545D-47E8-A4FE-8F0B464D632B}" type="pres">
      <dgm:prSet presAssocID="{3140CDD5-D6A1-4F0E-B355-8FF41EC94507}" presName="spacer" presStyleCnt="0"/>
      <dgm:spPr/>
    </dgm:pt>
    <dgm:pt modelId="{5D357720-81DD-45CE-B62B-9561A4C7F31D}" type="pres">
      <dgm:prSet presAssocID="{FF1D8017-2087-4084-8318-28B689392834}" presName="parentText" presStyleLbl="node1" presStyleIdx="4" presStyleCnt="8">
        <dgm:presLayoutVars>
          <dgm:chMax val="0"/>
          <dgm:bulletEnabled val="1"/>
        </dgm:presLayoutVars>
      </dgm:prSet>
      <dgm:spPr/>
    </dgm:pt>
    <dgm:pt modelId="{62F3DA78-B658-497C-83A6-7B48D65506E2}" type="pres">
      <dgm:prSet presAssocID="{7369B8F4-FB2D-4700-8DDC-02CF095769DB}" presName="spacer" presStyleCnt="0"/>
      <dgm:spPr/>
    </dgm:pt>
    <dgm:pt modelId="{0FC09AF6-EF8D-41E5-8F71-0D8EC93FE71D}" type="pres">
      <dgm:prSet presAssocID="{9A6F35CD-4F80-4E7A-8408-259CC2C457FF}" presName="parentText" presStyleLbl="node1" presStyleIdx="5" presStyleCnt="8">
        <dgm:presLayoutVars>
          <dgm:chMax val="0"/>
          <dgm:bulletEnabled val="1"/>
        </dgm:presLayoutVars>
      </dgm:prSet>
      <dgm:spPr/>
    </dgm:pt>
    <dgm:pt modelId="{090FB02C-105F-4E58-875E-A8BC2E4047B8}" type="pres">
      <dgm:prSet presAssocID="{CC3CB8A5-48B7-4559-9EF3-BE64F08D3845}" presName="spacer" presStyleCnt="0"/>
      <dgm:spPr/>
    </dgm:pt>
    <dgm:pt modelId="{0086B562-A04F-413C-90B0-5CC0A737942B}" type="pres">
      <dgm:prSet presAssocID="{BAF7B93C-1295-4FF5-AE51-05412F7DD6BE}" presName="parentText" presStyleLbl="node1" presStyleIdx="6" presStyleCnt="8">
        <dgm:presLayoutVars>
          <dgm:chMax val="0"/>
          <dgm:bulletEnabled val="1"/>
        </dgm:presLayoutVars>
      </dgm:prSet>
      <dgm:spPr/>
    </dgm:pt>
    <dgm:pt modelId="{271DE8FE-F967-4982-A5C1-B2210E6E01D5}" type="pres">
      <dgm:prSet presAssocID="{2CA62F83-2F40-4E46-9CA6-504BB11A6DD6}" presName="spacer" presStyleCnt="0"/>
      <dgm:spPr/>
    </dgm:pt>
    <dgm:pt modelId="{F285448C-8851-4DB1-9675-B04F394EC9DB}" type="pres">
      <dgm:prSet presAssocID="{0114F616-6711-4472-BE90-83E3E4CAD3AF}" presName="parentText" presStyleLbl="node1" presStyleIdx="7" presStyleCnt="8">
        <dgm:presLayoutVars>
          <dgm:chMax val="0"/>
          <dgm:bulletEnabled val="1"/>
        </dgm:presLayoutVars>
      </dgm:prSet>
      <dgm:spPr/>
    </dgm:pt>
  </dgm:ptLst>
  <dgm:cxnLst>
    <dgm:cxn modelId="{48055B04-A0FE-44DE-8225-FCCDF9D13836}" srcId="{FC3BDA9D-B7DC-4C27-91D5-27F9F2744C40}" destId="{BAF7B93C-1295-4FF5-AE51-05412F7DD6BE}" srcOrd="6" destOrd="0" parTransId="{8D979D45-8F69-4DE6-B07F-149E381944C3}" sibTransId="{2CA62F83-2F40-4E46-9CA6-504BB11A6DD6}"/>
    <dgm:cxn modelId="{2825FC06-1C5D-4908-A409-A62471BCA551}" type="presOf" srcId="{FC3BDA9D-B7DC-4C27-91D5-27F9F2744C40}" destId="{CA04B9AD-B74C-48DD-857E-97464BC85566}" srcOrd="0" destOrd="0" presId="urn:microsoft.com/office/officeart/2005/8/layout/vList2"/>
    <dgm:cxn modelId="{4CB7E617-9AF8-4786-A1BD-209C4CCC2E63}" type="presOf" srcId="{FE63498D-465A-4A05-9F64-25BD7B460D37}" destId="{63A9D1F3-498E-4780-94F5-26743A939192}" srcOrd="0" destOrd="0" presId="urn:microsoft.com/office/officeart/2005/8/layout/vList2"/>
    <dgm:cxn modelId="{73AE0731-2C71-46A6-ADFC-7CF1B571DCD0}" type="presOf" srcId="{754B1795-D6A4-483B-8535-B49E4F4ED558}" destId="{D294430A-7070-489F-BDF6-F00C3D09EBD5}" srcOrd="0" destOrd="0" presId="urn:microsoft.com/office/officeart/2005/8/layout/vList2"/>
    <dgm:cxn modelId="{EFF8BF37-5610-4245-9269-3E8B4474F7D1}" type="presOf" srcId="{FF1D8017-2087-4084-8318-28B689392834}" destId="{5D357720-81DD-45CE-B62B-9561A4C7F31D}" srcOrd="0" destOrd="0" presId="urn:microsoft.com/office/officeart/2005/8/layout/vList2"/>
    <dgm:cxn modelId="{B0D20740-510B-4E4C-988F-AAA25E782A3C}" type="presOf" srcId="{122AC6E6-FDB5-4760-BBD3-E908F314F4F9}" destId="{7ED26D61-CF47-4C06-B8FB-45CD1B2D1B0D}" srcOrd="0" destOrd="0" presId="urn:microsoft.com/office/officeart/2005/8/layout/vList2"/>
    <dgm:cxn modelId="{B0A35245-256A-4081-9AB4-EC89C0DEB990}" type="presOf" srcId="{76DA3FEC-3267-48AB-9A12-EA490C0724BE}" destId="{8C9FE107-47C0-426E-8312-BDFF9B9D49FF}" srcOrd="0" destOrd="0" presId="urn:microsoft.com/office/officeart/2005/8/layout/vList2"/>
    <dgm:cxn modelId="{68644048-8B14-492F-8777-9AD4C996B51F}" srcId="{FC3BDA9D-B7DC-4C27-91D5-27F9F2744C40}" destId="{0114F616-6711-4472-BE90-83E3E4CAD3AF}" srcOrd="7" destOrd="0" parTransId="{6257D434-2981-4CE1-BC4E-186589692AB4}" sibTransId="{8923C21E-382D-4751-AAA8-F49C9A9DDB99}"/>
    <dgm:cxn modelId="{9F6F5F68-80A7-4791-9A00-CB7ED7DD559F}" srcId="{FC3BDA9D-B7DC-4C27-91D5-27F9F2744C40}" destId="{122AC6E6-FDB5-4760-BBD3-E908F314F4F9}" srcOrd="2" destOrd="0" parTransId="{AEEBB274-B861-462D-9299-F18B8FAA6DA6}" sibTransId="{6D1237A0-9D9D-4917-B28E-477D17C50595}"/>
    <dgm:cxn modelId="{7C415171-9A5F-4B1E-9FD6-D5043F8206CF}" srcId="{FC3BDA9D-B7DC-4C27-91D5-27F9F2744C40}" destId="{FF1D8017-2087-4084-8318-28B689392834}" srcOrd="4" destOrd="0" parTransId="{F035CFA7-5FB4-49E6-B4EC-457969BC0583}" sibTransId="{7369B8F4-FB2D-4700-8DDC-02CF095769DB}"/>
    <dgm:cxn modelId="{B189BA73-1C34-4B69-9AF9-33622F7A9E45}" srcId="{FC3BDA9D-B7DC-4C27-91D5-27F9F2744C40}" destId="{754B1795-D6A4-483B-8535-B49E4F4ED558}" srcOrd="3" destOrd="0" parTransId="{42208D87-82C9-4293-A298-9AB902C484AD}" sibTransId="{3140CDD5-D6A1-4F0E-B355-8FF41EC94507}"/>
    <dgm:cxn modelId="{A6399979-318D-462C-B3BC-6801FBA9EDF4}" srcId="{FC3BDA9D-B7DC-4C27-91D5-27F9F2744C40}" destId="{76DA3FEC-3267-48AB-9A12-EA490C0724BE}" srcOrd="1" destOrd="0" parTransId="{D9E5D75B-2E1B-408C-BE7A-14831C8EEA00}" sibTransId="{7E30747B-594B-419A-A4CA-C73B2C376305}"/>
    <dgm:cxn modelId="{9F687691-15A4-4F54-AAB9-56A02C5348E4}" type="presOf" srcId="{0114F616-6711-4472-BE90-83E3E4CAD3AF}" destId="{F285448C-8851-4DB1-9675-B04F394EC9DB}" srcOrd="0" destOrd="0" presId="urn:microsoft.com/office/officeart/2005/8/layout/vList2"/>
    <dgm:cxn modelId="{1DA3F59B-8A1D-4EB2-8D1E-D0B11D6F2D51}" srcId="{FC3BDA9D-B7DC-4C27-91D5-27F9F2744C40}" destId="{9A6F35CD-4F80-4E7A-8408-259CC2C457FF}" srcOrd="5" destOrd="0" parTransId="{F839A534-921A-4B69-8948-C977A80CEA8F}" sibTransId="{CC3CB8A5-48B7-4559-9EF3-BE64F08D3845}"/>
    <dgm:cxn modelId="{21E455A3-45AB-4140-8B8D-4AA28FD01578}" type="presOf" srcId="{9A6F35CD-4F80-4E7A-8408-259CC2C457FF}" destId="{0FC09AF6-EF8D-41E5-8F71-0D8EC93FE71D}" srcOrd="0" destOrd="0" presId="urn:microsoft.com/office/officeart/2005/8/layout/vList2"/>
    <dgm:cxn modelId="{E490F2A4-C521-403C-A654-5F08FE230E45}" type="presOf" srcId="{BAF7B93C-1295-4FF5-AE51-05412F7DD6BE}" destId="{0086B562-A04F-413C-90B0-5CC0A737942B}" srcOrd="0" destOrd="0" presId="urn:microsoft.com/office/officeart/2005/8/layout/vList2"/>
    <dgm:cxn modelId="{AFE9F3D1-0752-4F17-BABA-E8468FF3D4B7}" srcId="{FC3BDA9D-B7DC-4C27-91D5-27F9F2744C40}" destId="{FE63498D-465A-4A05-9F64-25BD7B460D37}" srcOrd="0" destOrd="0" parTransId="{1B29FDFF-5CA6-4B6E-81F8-1BE913A45DD9}" sibTransId="{487474F3-D228-42CF-90CA-CE3D8A41999E}"/>
    <dgm:cxn modelId="{CCB01919-9053-4F5A-87A6-D98DB2C4EB21}" type="presParOf" srcId="{CA04B9AD-B74C-48DD-857E-97464BC85566}" destId="{63A9D1F3-498E-4780-94F5-26743A939192}" srcOrd="0" destOrd="0" presId="urn:microsoft.com/office/officeart/2005/8/layout/vList2"/>
    <dgm:cxn modelId="{26228F52-7312-4E7F-8F49-DDED3BC9716C}" type="presParOf" srcId="{CA04B9AD-B74C-48DD-857E-97464BC85566}" destId="{9F2EA59F-080F-47B1-A498-256280B4A48E}" srcOrd="1" destOrd="0" presId="urn:microsoft.com/office/officeart/2005/8/layout/vList2"/>
    <dgm:cxn modelId="{0DB5CEFC-996D-4A91-8616-062825ACE9CB}" type="presParOf" srcId="{CA04B9AD-B74C-48DD-857E-97464BC85566}" destId="{8C9FE107-47C0-426E-8312-BDFF9B9D49FF}" srcOrd="2" destOrd="0" presId="urn:microsoft.com/office/officeart/2005/8/layout/vList2"/>
    <dgm:cxn modelId="{0DA405BB-3FB4-4C25-B8C3-00DF5D91FCE7}" type="presParOf" srcId="{CA04B9AD-B74C-48DD-857E-97464BC85566}" destId="{A49D50F6-140B-4C5F-A842-43FEE7AA49C1}" srcOrd="3" destOrd="0" presId="urn:microsoft.com/office/officeart/2005/8/layout/vList2"/>
    <dgm:cxn modelId="{3C43977D-B3C0-4F85-8065-F52D352E9C90}" type="presParOf" srcId="{CA04B9AD-B74C-48DD-857E-97464BC85566}" destId="{7ED26D61-CF47-4C06-B8FB-45CD1B2D1B0D}" srcOrd="4" destOrd="0" presId="urn:microsoft.com/office/officeart/2005/8/layout/vList2"/>
    <dgm:cxn modelId="{93C28041-7CC5-412E-A932-540EE4EDFC6D}" type="presParOf" srcId="{CA04B9AD-B74C-48DD-857E-97464BC85566}" destId="{22AEA756-9FB4-4CBB-88FF-2B60DD38E5FC}" srcOrd="5" destOrd="0" presId="urn:microsoft.com/office/officeart/2005/8/layout/vList2"/>
    <dgm:cxn modelId="{31842674-0493-4896-9A92-4CFBC1544708}" type="presParOf" srcId="{CA04B9AD-B74C-48DD-857E-97464BC85566}" destId="{D294430A-7070-489F-BDF6-F00C3D09EBD5}" srcOrd="6" destOrd="0" presId="urn:microsoft.com/office/officeart/2005/8/layout/vList2"/>
    <dgm:cxn modelId="{AE95D346-3BF2-47E4-84FF-72E72A0FB223}" type="presParOf" srcId="{CA04B9AD-B74C-48DD-857E-97464BC85566}" destId="{B96CDFF4-545D-47E8-A4FE-8F0B464D632B}" srcOrd="7" destOrd="0" presId="urn:microsoft.com/office/officeart/2005/8/layout/vList2"/>
    <dgm:cxn modelId="{54115382-BE4A-4D58-BB89-3AE68513E21E}" type="presParOf" srcId="{CA04B9AD-B74C-48DD-857E-97464BC85566}" destId="{5D357720-81DD-45CE-B62B-9561A4C7F31D}" srcOrd="8" destOrd="0" presId="urn:microsoft.com/office/officeart/2005/8/layout/vList2"/>
    <dgm:cxn modelId="{218747ED-74C7-4AFB-8363-8A90AFC69146}" type="presParOf" srcId="{CA04B9AD-B74C-48DD-857E-97464BC85566}" destId="{62F3DA78-B658-497C-83A6-7B48D65506E2}" srcOrd="9" destOrd="0" presId="urn:microsoft.com/office/officeart/2005/8/layout/vList2"/>
    <dgm:cxn modelId="{A5F1D4C1-4A24-4891-95EC-AA521EF0FA23}" type="presParOf" srcId="{CA04B9AD-B74C-48DD-857E-97464BC85566}" destId="{0FC09AF6-EF8D-41E5-8F71-0D8EC93FE71D}" srcOrd="10" destOrd="0" presId="urn:microsoft.com/office/officeart/2005/8/layout/vList2"/>
    <dgm:cxn modelId="{69278980-0BFC-4E3F-A8C3-7A774A010630}" type="presParOf" srcId="{CA04B9AD-B74C-48DD-857E-97464BC85566}" destId="{090FB02C-105F-4E58-875E-A8BC2E4047B8}" srcOrd="11" destOrd="0" presId="urn:microsoft.com/office/officeart/2005/8/layout/vList2"/>
    <dgm:cxn modelId="{D853587D-2E52-49E5-B8E4-4BE72DFD3ABE}" type="presParOf" srcId="{CA04B9AD-B74C-48DD-857E-97464BC85566}" destId="{0086B562-A04F-413C-90B0-5CC0A737942B}" srcOrd="12" destOrd="0" presId="urn:microsoft.com/office/officeart/2005/8/layout/vList2"/>
    <dgm:cxn modelId="{A2BE8940-A61B-4F39-BADC-A6FF9DB354A8}" type="presParOf" srcId="{CA04B9AD-B74C-48DD-857E-97464BC85566}" destId="{271DE8FE-F967-4982-A5C1-B2210E6E01D5}" srcOrd="13" destOrd="0" presId="urn:microsoft.com/office/officeart/2005/8/layout/vList2"/>
    <dgm:cxn modelId="{1B422269-5D27-466E-8D4B-6592C457F245}" type="presParOf" srcId="{CA04B9AD-B74C-48DD-857E-97464BC85566}" destId="{F285448C-8851-4DB1-9675-B04F394EC9DB}" srcOrd="1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912F153C-7096-4125-8E9F-08C24D79B3DE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D39848DA-2355-4020-86B6-D6CBD4954569}">
      <dgm:prSet/>
      <dgm:spPr/>
      <dgm:t>
        <a:bodyPr/>
        <a:lstStyle/>
        <a:p>
          <a:r>
            <a:rPr lang="en-US"/>
            <a:t>- Upload e recebimento de dados</a:t>
          </a:r>
        </a:p>
      </dgm:t>
    </dgm:pt>
    <dgm:pt modelId="{8C8A999D-EB94-47DD-81DE-3EB0A0E24CFD}" type="parTrans" cxnId="{6BFF8047-7549-4EBC-B9C4-AB2D45EB3CBD}">
      <dgm:prSet/>
      <dgm:spPr/>
      <dgm:t>
        <a:bodyPr/>
        <a:lstStyle/>
        <a:p>
          <a:endParaRPr lang="en-US"/>
        </a:p>
      </dgm:t>
    </dgm:pt>
    <dgm:pt modelId="{938A6FFD-530F-4B7E-B04A-9818CA7F6ECF}" type="sibTrans" cxnId="{6BFF8047-7549-4EBC-B9C4-AB2D45EB3CBD}">
      <dgm:prSet/>
      <dgm:spPr/>
      <dgm:t>
        <a:bodyPr/>
        <a:lstStyle/>
        <a:p>
          <a:endParaRPr lang="en-US"/>
        </a:p>
      </dgm:t>
    </dgm:pt>
    <dgm:pt modelId="{21E292C2-222C-42D8-9AD0-F96C64CAA6FF}">
      <dgm:prSet/>
      <dgm:spPr/>
      <dgm:t>
        <a:bodyPr/>
        <a:lstStyle/>
        <a:p>
          <a:r>
            <a:rPr lang="en-US"/>
            <a:t>- Acesso e visualização de medições</a:t>
          </a:r>
        </a:p>
      </dgm:t>
    </dgm:pt>
    <dgm:pt modelId="{64CA0814-10A4-4D4C-9929-E33B5D3CBC93}" type="parTrans" cxnId="{0B6B95EE-538D-4182-8BBF-ABEB4084A4A8}">
      <dgm:prSet/>
      <dgm:spPr/>
      <dgm:t>
        <a:bodyPr/>
        <a:lstStyle/>
        <a:p>
          <a:endParaRPr lang="en-US"/>
        </a:p>
      </dgm:t>
    </dgm:pt>
    <dgm:pt modelId="{EFD57DE3-6714-4D4E-AF03-015F8A4A944E}" type="sibTrans" cxnId="{0B6B95EE-538D-4182-8BBF-ABEB4084A4A8}">
      <dgm:prSet/>
      <dgm:spPr/>
      <dgm:t>
        <a:bodyPr/>
        <a:lstStyle/>
        <a:p>
          <a:endParaRPr lang="en-US"/>
        </a:p>
      </dgm:t>
    </dgm:pt>
    <dgm:pt modelId="{6C010F7F-4D8B-46B8-9830-E0EE76DAF7F4}" type="pres">
      <dgm:prSet presAssocID="{912F153C-7096-4125-8E9F-08C24D79B3DE}" presName="root" presStyleCnt="0">
        <dgm:presLayoutVars>
          <dgm:dir/>
          <dgm:resizeHandles val="exact"/>
        </dgm:presLayoutVars>
      </dgm:prSet>
      <dgm:spPr/>
    </dgm:pt>
    <dgm:pt modelId="{C12742E3-14CD-47C7-96B8-68F79500AA10}" type="pres">
      <dgm:prSet presAssocID="{D39848DA-2355-4020-86B6-D6CBD4954569}" presName="compNode" presStyleCnt="0"/>
      <dgm:spPr/>
    </dgm:pt>
    <dgm:pt modelId="{7F568FB9-6583-4723-90D4-61FEDD323375}" type="pres">
      <dgm:prSet presAssocID="{D39848DA-2355-4020-86B6-D6CBD4954569}" presName="bgRect" presStyleLbl="bgShp" presStyleIdx="0" presStyleCnt="2"/>
      <dgm:spPr/>
    </dgm:pt>
    <dgm:pt modelId="{11C749B5-35C1-49CB-8FDD-A8D8B8FF377D}" type="pres">
      <dgm:prSet presAssocID="{D39848DA-2355-4020-86B6-D6CBD4954569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gistrar"/>
        </a:ext>
      </dgm:extLst>
    </dgm:pt>
    <dgm:pt modelId="{45ED5ECD-044A-4FF4-879B-2F64C1C79B6F}" type="pres">
      <dgm:prSet presAssocID="{D39848DA-2355-4020-86B6-D6CBD4954569}" presName="spaceRect" presStyleCnt="0"/>
      <dgm:spPr/>
    </dgm:pt>
    <dgm:pt modelId="{F4BA6DAB-DB8F-46AC-B598-24F96B7EAA34}" type="pres">
      <dgm:prSet presAssocID="{D39848DA-2355-4020-86B6-D6CBD4954569}" presName="parTx" presStyleLbl="revTx" presStyleIdx="0" presStyleCnt="2">
        <dgm:presLayoutVars>
          <dgm:chMax val="0"/>
          <dgm:chPref val="0"/>
        </dgm:presLayoutVars>
      </dgm:prSet>
      <dgm:spPr/>
    </dgm:pt>
    <dgm:pt modelId="{8D083043-F086-41D6-9F86-116878F9C927}" type="pres">
      <dgm:prSet presAssocID="{938A6FFD-530F-4B7E-B04A-9818CA7F6ECF}" presName="sibTrans" presStyleCnt="0"/>
      <dgm:spPr/>
    </dgm:pt>
    <dgm:pt modelId="{DEEF2878-98C5-49A7-B16B-EED33A701714}" type="pres">
      <dgm:prSet presAssocID="{21E292C2-222C-42D8-9AD0-F96C64CAA6FF}" presName="compNode" presStyleCnt="0"/>
      <dgm:spPr/>
    </dgm:pt>
    <dgm:pt modelId="{F1E2C2E0-ED3C-4345-B2DD-9D8355732960}" type="pres">
      <dgm:prSet presAssocID="{21E292C2-222C-42D8-9AD0-F96C64CAA6FF}" presName="bgRect" presStyleLbl="bgShp" presStyleIdx="1" presStyleCnt="2"/>
      <dgm:spPr/>
    </dgm:pt>
    <dgm:pt modelId="{88B37BC3-9343-483D-B774-9DAA0582CC97}" type="pres">
      <dgm:prSet presAssocID="{21E292C2-222C-42D8-9AD0-F96C64CAA6FF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lho"/>
        </a:ext>
      </dgm:extLst>
    </dgm:pt>
    <dgm:pt modelId="{E17A3039-7FF6-4C2B-B114-403A9F2C231F}" type="pres">
      <dgm:prSet presAssocID="{21E292C2-222C-42D8-9AD0-F96C64CAA6FF}" presName="spaceRect" presStyleCnt="0"/>
      <dgm:spPr/>
    </dgm:pt>
    <dgm:pt modelId="{55995D9C-A8B4-4096-96CC-5F879B71F77D}" type="pres">
      <dgm:prSet presAssocID="{21E292C2-222C-42D8-9AD0-F96C64CAA6FF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62DBFA11-4F72-4593-AE2F-6F4BC04112BA}" type="presOf" srcId="{D39848DA-2355-4020-86B6-D6CBD4954569}" destId="{F4BA6DAB-DB8F-46AC-B598-24F96B7EAA34}" srcOrd="0" destOrd="0" presId="urn:microsoft.com/office/officeart/2018/2/layout/IconVerticalSolidList"/>
    <dgm:cxn modelId="{1BAB0017-0B10-455C-B454-DAB5E9BA61F2}" type="presOf" srcId="{21E292C2-222C-42D8-9AD0-F96C64CAA6FF}" destId="{55995D9C-A8B4-4096-96CC-5F879B71F77D}" srcOrd="0" destOrd="0" presId="urn:microsoft.com/office/officeart/2018/2/layout/IconVerticalSolidList"/>
    <dgm:cxn modelId="{6BFF8047-7549-4EBC-B9C4-AB2D45EB3CBD}" srcId="{912F153C-7096-4125-8E9F-08C24D79B3DE}" destId="{D39848DA-2355-4020-86B6-D6CBD4954569}" srcOrd="0" destOrd="0" parTransId="{8C8A999D-EB94-47DD-81DE-3EB0A0E24CFD}" sibTransId="{938A6FFD-530F-4B7E-B04A-9818CA7F6ECF}"/>
    <dgm:cxn modelId="{4C05AE9B-324F-46C2-81DC-9ADC0E4439DB}" type="presOf" srcId="{912F153C-7096-4125-8E9F-08C24D79B3DE}" destId="{6C010F7F-4D8B-46B8-9830-E0EE76DAF7F4}" srcOrd="0" destOrd="0" presId="urn:microsoft.com/office/officeart/2018/2/layout/IconVerticalSolidList"/>
    <dgm:cxn modelId="{0B6B95EE-538D-4182-8BBF-ABEB4084A4A8}" srcId="{912F153C-7096-4125-8E9F-08C24D79B3DE}" destId="{21E292C2-222C-42D8-9AD0-F96C64CAA6FF}" srcOrd="1" destOrd="0" parTransId="{64CA0814-10A4-4D4C-9929-E33B5D3CBC93}" sibTransId="{EFD57DE3-6714-4D4E-AF03-015F8A4A944E}"/>
    <dgm:cxn modelId="{8A451FC7-EF84-46C7-A205-B5E1648F27C4}" type="presParOf" srcId="{6C010F7F-4D8B-46B8-9830-E0EE76DAF7F4}" destId="{C12742E3-14CD-47C7-96B8-68F79500AA10}" srcOrd="0" destOrd="0" presId="urn:microsoft.com/office/officeart/2018/2/layout/IconVerticalSolidList"/>
    <dgm:cxn modelId="{EEA14640-C529-41D1-936C-BEE7764CDF93}" type="presParOf" srcId="{C12742E3-14CD-47C7-96B8-68F79500AA10}" destId="{7F568FB9-6583-4723-90D4-61FEDD323375}" srcOrd="0" destOrd="0" presId="urn:microsoft.com/office/officeart/2018/2/layout/IconVerticalSolidList"/>
    <dgm:cxn modelId="{32130059-B6BF-4B37-A1F8-FE5A4955002F}" type="presParOf" srcId="{C12742E3-14CD-47C7-96B8-68F79500AA10}" destId="{11C749B5-35C1-49CB-8FDD-A8D8B8FF377D}" srcOrd="1" destOrd="0" presId="urn:microsoft.com/office/officeart/2018/2/layout/IconVerticalSolidList"/>
    <dgm:cxn modelId="{89888063-E63C-449E-8F8C-2DDD36D0C77D}" type="presParOf" srcId="{C12742E3-14CD-47C7-96B8-68F79500AA10}" destId="{45ED5ECD-044A-4FF4-879B-2F64C1C79B6F}" srcOrd="2" destOrd="0" presId="urn:microsoft.com/office/officeart/2018/2/layout/IconVerticalSolidList"/>
    <dgm:cxn modelId="{AA837F1D-DBFB-49D6-83E2-CF60C43ADC9A}" type="presParOf" srcId="{C12742E3-14CD-47C7-96B8-68F79500AA10}" destId="{F4BA6DAB-DB8F-46AC-B598-24F96B7EAA34}" srcOrd="3" destOrd="0" presId="urn:microsoft.com/office/officeart/2018/2/layout/IconVerticalSolidList"/>
    <dgm:cxn modelId="{2857C877-1C82-4647-9354-FB061DFCCD79}" type="presParOf" srcId="{6C010F7F-4D8B-46B8-9830-E0EE76DAF7F4}" destId="{8D083043-F086-41D6-9F86-116878F9C927}" srcOrd="1" destOrd="0" presId="urn:microsoft.com/office/officeart/2018/2/layout/IconVerticalSolidList"/>
    <dgm:cxn modelId="{B9B1A5B8-E935-4B09-A8A5-CABA489EC16C}" type="presParOf" srcId="{6C010F7F-4D8B-46B8-9830-E0EE76DAF7F4}" destId="{DEEF2878-98C5-49A7-B16B-EED33A701714}" srcOrd="2" destOrd="0" presId="urn:microsoft.com/office/officeart/2018/2/layout/IconVerticalSolidList"/>
    <dgm:cxn modelId="{09512CEE-06EE-46CC-A841-AF49C58A948C}" type="presParOf" srcId="{DEEF2878-98C5-49A7-B16B-EED33A701714}" destId="{F1E2C2E0-ED3C-4345-B2DD-9D8355732960}" srcOrd="0" destOrd="0" presId="urn:microsoft.com/office/officeart/2018/2/layout/IconVerticalSolidList"/>
    <dgm:cxn modelId="{44FA3413-0CCA-43A6-8EB9-BF11B559E7AC}" type="presParOf" srcId="{DEEF2878-98C5-49A7-B16B-EED33A701714}" destId="{88B37BC3-9343-483D-B774-9DAA0582CC97}" srcOrd="1" destOrd="0" presId="urn:microsoft.com/office/officeart/2018/2/layout/IconVerticalSolidList"/>
    <dgm:cxn modelId="{B0E4FCF0-C672-490B-9BEC-EC2847284510}" type="presParOf" srcId="{DEEF2878-98C5-49A7-B16B-EED33A701714}" destId="{E17A3039-7FF6-4C2B-B114-403A9F2C231F}" srcOrd="2" destOrd="0" presId="urn:microsoft.com/office/officeart/2018/2/layout/IconVerticalSolidList"/>
    <dgm:cxn modelId="{3217F2E2-FAD2-4EF2-B85F-7C88DE7CBD23}" type="presParOf" srcId="{DEEF2878-98C5-49A7-B16B-EED33A701714}" destId="{55995D9C-A8B4-4096-96CC-5F879B71F77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FE5080-ED70-4A47-940B-E40BFFC6F272}">
      <dsp:nvSpPr>
        <dsp:cNvPr id="0" name=""/>
        <dsp:cNvSpPr/>
      </dsp:nvSpPr>
      <dsp:spPr>
        <a:xfrm>
          <a:off x="0" y="682"/>
          <a:ext cx="4683949" cy="1596566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7BE460E-DD9C-4255-8139-D0EEC22B1A16}">
      <dsp:nvSpPr>
        <dsp:cNvPr id="0" name=""/>
        <dsp:cNvSpPr/>
      </dsp:nvSpPr>
      <dsp:spPr>
        <a:xfrm>
          <a:off x="482961" y="359909"/>
          <a:ext cx="878111" cy="87811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25F63A-0422-47AC-B5B0-ACC44FADACF9}">
      <dsp:nvSpPr>
        <dsp:cNvPr id="0" name=""/>
        <dsp:cNvSpPr/>
      </dsp:nvSpPr>
      <dsp:spPr>
        <a:xfrm>
          <a:off x="1844034" y="682"/>
          <a:ext cx="2839914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Projeto: Sistema para Monitoramento de Presença e Gases Tóxicos/Inflamáveis</a:t>
          </a:r>
          <a:r>
            <a:rPr lang="pt-BR" sz="1800" kern="1200"/>
            <a:t> – Safe Track</a:t>
          </a:r>
          <a:endParaRPr lang="en-US" sz="1800" kern="1200"/>
        </a:p>
      </dsp:txBody>
      <dsp:txXfrm>
        <a:off x="1844034" y="682"/>
        <a:ext cx="2839914" cy="1596566"/>
      </dsp:txXfrm>
    </dsp:sp>
    <dsp:sp modelId="{EA8F0738-1E0E-4D49-A053-9AD664CB4DB5}">
      <dsp:nvSpPr>
        <dsp:cNvPr id="0" name=""/>
        <dsp:cNvSpPr/>
      </dsp:nvSpPr>
      <dsp:spPr>
        <a:xfrm>
          <a:off x="0" y="1996390"/>
          <a:ext cx="4683949" cy="1596566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3803D1-359D-4E17-AA9B-8AFB59DF71F0}">
      <dsp:nvSpPr>
        <dsp:cNvPr id="0" name=""/>
        <dsp:cNvSpPr/>
      </dsp:nvSpPr>
      <dsp:spPr>
        <a:xfrm>
          <a:off x="482961" y="2355617"/>
          <a:ext cx="878111" cy="87811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C2A14A-5E59-48E0-9323-261A993B8E08}">
      <dsp:nvSpPr>
        <dsp:cNvPr id="0" name=""/>
        <dsp:cNvSpPr/>
      </dsp:nvSpPr>
      <dsp:spPr>
        <a:xfrm>
          <a:off x="1844034" y="1996390"/>
          <a:ext cx="2839914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Versão: 1.0</a:t>
          </a:r>
        </a:p>
      </dsp:txBody>
      <dsp:txXfrm>
        <a:off x="1844034" y="1996390"/>
        <a:ext cx="2839914" cy="1596566"/>
      </dsp:txXfrm>
    </dsp:sp>
    <dsp:sp modelId="{331B04E2-55AB-4412-9629-15688B37597D}">
      <dsp:nvSpPr>
        <dsp:cNvPr id="0" name=""/>
        <dsp:cNvSpPr/>
      </dsp:nvSpPr>
      <dsp:spPr>
        <a:xfrm>
          <a:off x="0" y="3992098"/>
          <a:ext cx="4683949" cy="1596566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A371313-00FF-4750-8105-F90BF19E9847}">
      <dsp:nvSpPr>
        <dsp:cNvPr id="0" name=""/>
        <dsp:cNvSpPr/>
      </dsp:nvSpPr>
      <dsp:spPr>
        <a:xfrm>
          <a:off x="482961" y="4351325"/>
          <a:ext cx="878111" cy="87811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408AE9-A9FE-4A7C-BA86-6529B0F6E94C}">
      <dsp:nvSpPr>
        <dsp:cNvPr id="0" name=""/>
        <dsp:cNvSpPr/>
      </dsp:nvSpPr>
      <dsp:spPr>
        <a:xfrm>
          <a:off x="1844034" y="3992098"/>
          <a:ext cx="2839914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Data: </a:t>
          </a:r>
          <a:r>
            <a:rPr lang="pt-BR" sz="1800" kern="1200"/>
            <a:t>10</a:t>
          </a:r>
          <a:r>
            <a:rPr lang="en-US" sz="1800" kern="1200"/>
            <a:t>/</a:t>
          </a:r>
          <a:r>
            <a:rPr lang="pt-BR" sz="1800" kern="1200"/>
            <a:t>12</a:t>
          </a:r>
          <a:r>
            <a:rPr lang="en-US" sz="1800" kern="1200"/>
            <a:t>/2025</a:t>
          </a:r>
        </a:p>
      </dsp:txBody>
      <dsp:txXfrm>
        <a:off x="1844034" y="3992098"/>
        <a:ext cx="2839914" cy="159656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0A69A0-86BE-4FDF-9D9F-4C51E6194CE9}">
      <dsp:nvSpPr>
        <dsp:cNvPr id="0" name=""/>
        <dsp:cNvSpPr/>
      </dsp:nvSpPr>
      <dsp:spPr>
        <a:xfrm>
          <a:off x="0" y="62778"/>
          <a:ext cx="4683949" cy="1032854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- Monitorar presença humana</a:t>
          </a:r>
        </a:p>
      </dsp:txBody>
      <dsp:txXfrm>
        <a:off x="50420" y="113198"/>
        <a:ext cx="4583109" cy="932014"/>
      </dsp:txXfrm>
    </dsp:sp>
    <dsp:sp modelId="{BF5FB976-30DE-4329-920F-F34C070EFB4B}">
      <dsp:nvSpPr>
        <dsp:cNvPr id="0" name=""/>
        <dsp:cNvSpPr/>
      </dsp:nvSpPr>
      <dsp:spPr>
        <a:xfrm>
          <a:off x="0" y="1170512"/>
          <a:ext cx="4683949" cy="1032854"/>
        </a:xfrm>
        <a:prstGeom prst="roundRect">
          <a:avLst/>
        </a:prstGeom>
        <a:solidFill>
          <a:schemeClr val="accent2">
            <a:hueOff val="1170380"/>
            <a:satOff val="-1460"/>
            <a:lumOff val="34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- Detectar gases tóxicos/inflamáveis</a:t>
          </a:r>
        </a:p>
      </dsp:txBody>
      <dsp:txXfrm>
        <a:off x="50420" y="1220932"/>
        <a:ext cx="4583109" cy="932014"/>
      </dsp:txXfrm>
    </dsp:sp>
    <dsp:sp modelId="{C1874840-8C22-4B3A-97E2-9BE3AFB5F309}">
      <dsp:nvSpPr>
        <dsp:cNvPr id="0" name=""/>
        <dsp:cNvSpPr/>
      </dsp:nvSpPr>
      <dsp:spPr>
        <a:xfrm>
          <a:off x="0" y="2278246"/>
          <a:ext cx="4683949" cy="1032854"/>
        </a:xfrm>
        <a:prstGeom prst="round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- Enviar dados para plataforma IoT</a:t>
          </a:r>
        </a:p>
      </dsp:txBody>
      <dsp:txXfrm>
        <a:off x="50420" y="2328666"/>
        <a:ext cx="4583109" cy="932014"/>
      </dsp:txXfrm>
    </dsp:sp>
    <dsp:sp modelId="{89DB41DF-72DA-4DDC-ABC7-A25BBC9BA1C8}">
      <dsp:nvSpPr>
        <dsp:cNvPr id="0" name=""/>
        <dsp:cNvSpPr/>
      </dsp:nvSpPr>
      <dsp:spPr>
        <a:xfrm>
          <a:off x="0" y="3385980"/>
          <a:ext cx="4683949" cy="1032854"/>
        </a:xfrm>
        <a:prstGeom prst="roundRect">
          <a:avLst/>
        </a:prstGeom>
        <a:solidFill>
          <a:schemeClr val="accent2">
            <a:hueOff val="3511139"/>
            <a:satOff val="-4379"/>
            <a:lumOff val="103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- Registrar histórico</a:t>
          </a:r>
        </a:p>
      </dsp:txBody>
      <dsp:txXfrm>
        <a:off x="50420" y="3436400"/>
        <a:ext cx="4583109" cy="932014"/>
      </dsp:txXfrm>
    </dsp:sp>
    <dsp:sp modelId="{ABCB7C54-789A-4E6C-B47F-6EE895C55C90}">
      <dsp:nvSpPr>
        <dsp:cNvPr id="0" name=""/>
        <dsp:cNvSpPr/>
      </dsp:nvSpPr>
      <dsp:spPr>
        <a:xfrm>
          <a:off x="0" y="4493714"/>
          <a:ext cx="4683949" cy="1032854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- Emitir alertas sonoro/visual</a:t>
          </a:r>
        </a:p>
      </dsp:txBody>
      <dsp:txXfrm>
        <a:off x="50420" y="4544134"/>
        <a:ext cx="4583109" cy="93201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DF80606-7D06-4294-BFE0-8AF88FDCD51A}">
      <dsp:nvSpPr>
        <dsp:cNvPr id="0" name=""/>
        <dsp:cNvSpPr/>
      </dsp:nvSpPr>
      <dsp:spPr>
        <a:xfrm>
          <a:off x="0" y="815798"/>
          <a:ext cx="4683949" cy="59962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- Sensor de gases</a:t>
          </a:r>
        </a:p>
      </dsp:txBody>
      <dsp:txXfrm>
        <a:off x="29271" y="845069"/>
        <a:ext cx="4625407" cy="541083"/>
      </dsp:txXfrm>
    </dsp:sp>
    <dsp:sp modelId="{4560046C-AA1B-4602-AA23-B165FA96D2E7}">
      <dsp:nvSpPr>
        <dsp:cNvPr id="0" name=""/>
        <dsp:cNvSpPr/>
      </dsp:nvSpPr>
      <dsp:spPr>
        <a:xfrm>
          <a:off x="0" y="1487423"/>
          <a:ext cx="4683949" cy="599625"/>
        </a:xfrm>
        <a:prstGeom prst="roundRect">
          <a:avLst/>
        </a:prstGeom>
        <a:solidFill>
          <a:schemeClr val="accent2">
            <a:hueOff val="936304"/>
            <a:satOff val="-1168"/>
            <a:lumOff val="27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- Sensor de presença</a:t>
          </a:r>
        </a:p>
      </dsp:txBody>
      <dsp:txXfrm>
        <a:off x="29271" y="1516694"/>
        <a:ext cx="4625407" cy="541083"/>
      </dsp:txXfrm>
    </dsp:sp>
    <dsp:sp modelId="{9A0DAA70-F38F-4494-93FC-6167A73D8D9A}">
      <dsp:nvSpPr>
        <dsp:cNvPr id="0" name=""/>
        <dsp:cNvSpPr/>
      </dsp:nvSpPr>
      <dsp:spPr>
        <a:xfrm>
          <a:off x="0" y="2159048"/>
          <a:ext cx="4683949" cy="599625"/>
        </a:xfrm>
        <a:prstGeom prst="roundRect">
          <a:avLst/>
        </a:prstGeom>
        <a:solidFill>
          <a:schemeClr val="accent2">
            <a:hueOff val="1872608"/>
            <a:satOff val="-2336"/>
            <a:lumOff val="54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- Envio de dados a cada 1 min</a:t>
          </a:r>
        </a:p>
      </dsp:txBody>
      <dsp:txXfrm>
        <a:off x="29271" y="2188319"/>
        <a:ext cx="4625407" cy="541083"/>
      </dsp:txXfrm>
    </dsp:sp>
    <dsp:sp modelId="{5814D466-1F92-42E5-A81A-D69F9E5F145C}">
      <dsp:nvSpPr>
        <dsp:cNvPr id="0" name=""/>
        <dsp:cNvSpPr/>
      </dsp:nvSpPr>
      <dsp:spPr>
        <a:xfrm>
          <a:off x="0" y="2830673"/>
          <a:ext cx="4683949" cy="599625"/>
        </a:xfrm>
        <a:prstGeom prst="roundRect">
          <a:avLst/>
        </a:prstGeom>
        <a:solidFill>
          <a:schemeClr val="accent2">
            <a:hueOff val="2808911"/>
            <a:satOff val="-3503"/>
            <a:lumOff val="82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- Memória para 24h</a:t>
          </a:r>
        </a:p>
      </dsp:txBody>
      <dsp:txXfrm>
        <a:off x="29271" y="2859944"/>
        <a:ext cx="4625407" cy="541083"/>
      </dsp:txXfrm>
    </dsp:sp>
    <dsp:sp modelId="{A5968135-11FB-4013-845D-B2B296C05757}">
      <dsp:nvSpPr>
        <dsp:cNvPr id="0" name=""/>
        <dsp:cNvSpPr/>
      </dsp:nvSpPr>
      <dsp:spPr>
        <a:xfrm>
          <a:off x="0" y="3502298"/>
          <a:ext cx="4683949" cy="599625"/>
        </a:xfrm>
        <a:prstGeom prst="roundRect">
          <a:avLst/>
        </a:prstGeom>
        <a:solidFill>
          <a:schemeClr val="accent2">
            <a:hueOff val="3745215"/>
            <a:satOff val="-4671"/>
            <a:lumOff val="109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- LED + alarme</a:t>
          </a:r>
        </a:p>
      </dsp:txBody>
      <dsp:txXfrm>
        <a:off x="29271" y="3531569"/>
        <a:ext cx="4625407" cy="541083"/>
      </dsp:txXfrm>
    </dsp:sp>
    <dsp:sp modelId="{4436741A-51F3-49EB-8654-E6278ADECFA6}">
      <dsp:nvSpPr>
        <dsp:cNvPr id="0" name=""/>
        <dsp:cNvSpPr/>
      </dsp:nvSpPr>
      <dsp:spPr>
        <a:xfrm>
          <a:off x="0" y="4173923"/>
          <a:ext cx="4683949" cy="599625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- Microcontrolador + rede sem fio</a:t>
          </a:r>
        </a:p>
      </dsp:txBody>
      <dsp:txXfrm>
        <a:off x="29271" y="4203194"/>
        <a:ext cx="4625407" cy="54108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89CCAF9-1AF9-4BBE-BA0A-9C85A0630B0A}">
      <dsp:nvSpPr>
        <dsp:cNvPr id="0" name=""/>
        <dsp:cNvSpPr/>
      </dsp:nvSpPr>
      <dsp:spPr>
        <a:xfrm>
          <a:off x="0" y="62993"/>
          <a:ext cx="4683949" cy="17596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- Recepção e armazenamento em nuvem</a:t>
          </a:r>
        </a:p>
      </dsp:txBody>
      <dsp:txXfrm>
        <a:off x="85900" y="148893"/>
        <a:ext cx="4512149" cy="1587880"/>
      </dsp:txXfrm>
    </dsp:sp>
    <dsp:sp modelId="{914D5B57-5C00-464D-A218-530A36464CC7}">
      <dsp:nvSpPr>
        <dsp:cNvPr id="0" name=""/>
        <dsp:cNvSpPr/>
      </dsp:nvSpPr>
      <dsp:spPr>
        <a:xfrm>
          <a:off x="0" y="1914833"/>
          <a:ext cx="4683949" cy="1759680"/>
        </a:xfrm>
        <a:prstGeom prst="round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- Visualização de dados em tempo real</a:t>
          </a:r>
        </a:p>
      </dsp:txBody>
      <dsp:txXfrm>
        <a:off x="85900" y="2000733"/>
        <a:ext cx="4512149" cy="1587880"/>
      </dsp:txXfrm>
    </dsp:sp>
    <dsp:sp modelId="{B94E51C5-BE1C-43BF-A9DF-2AA65679E754}">
      <dsp:nvSpPr>
        <dsp:cNvPr id="0" name=""/>
        <dsp:cNvSpPr/>
      </dsp:nvSpPr>
      <dsp:spPr>
        <a:xfrm>
          <a:off x="0" y="3766673"/>
          <a:ext cx="4683949" cy="175968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- Histórico de medições</a:t>
          </a:r>
        </a:p>
      </dsp:txBody>
      <dsp:txXfrm>
        <a:off x="85900" y="3852573"/>
        <a:ext cx="4512149" cy="158788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472008-28AA-4F96-ACCB-2FC7C1EBDE0F}">
      <dsp:nvSpPr>
        <dsp:cNvPr id="0" name=""/>
        <dsp:cNvSpPr/>
      </dsp:nvSpPr>
      <dsp:spPr>
        <a:xfrm>
          <a:off x="0" y="40403"/>
          <a:ext cx="4683949" cy="268514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- Operação: -10 °C a 50 °C</a:t>
          </a:r>
        </a:p>
      </dsp:txBody>
      <dsp:txXfrm>
        <a:off x="131078" y="171481"/>
        <a:ext cx="4421793" cy="2422993"/>
      </dsp:txXfrm>
    </dsp:sp>
    <dsp:sp modelId="{9CFEF850-5BE8-4396-8996-DE0A83DBF9EC}">
      <dsp:nvSpPr>
        <dsp:cNvPr id="0" name=""/>
        <dsp:cNvSpPr/>
      </dsp:nvSpPr>
      <dsp:spPr>
        <a:xfrm>
          <a:off x="0" y="2863793"/>
          <a:ext cx="4683949" cy="2685149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- Autonomia: 8 horas com power bank</a:t>
          </a:r>
        </a:p>
      </dsp:txBody>
      <dsp:txXfrm>
        <a:off x="131078" y="2994871"/>
        <a:ext cx="4421793" cy="2422993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0FFA62-12F0-41AE-BBE7-B964757E2F5F}">
      <dsp:nvSpPr>
        <dsp:cNvPr id="0" name=""/>
        <dsp:cNvSpPr/>
      </dsp:nvSpPr>
      <dsp:spPr>
        <a:xfrm>
          <a:off x="0" y="446033"/>
          <a:ext cx="4683949" cy="11138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- Operar 24h enviando e registrando dados sem falhas</a:t>
          </a:r>
        </a:p>
      </dsp:txBody>
      <dsp:txXfrm>
        <a:off x="54373" y="500406"/>
        <a:ext cx="4575203" cy="1005094"/>
      </dsp:txXfrm>
    </dsp:sp>
    <dsp:sp modelId="{08346749-3814-4025-8E2B-B5C2DBFCF0D3}">
      <dsp:nvSpPr>
        <dsp:cNvPr id="0" name=""/>
        <dsp:cNvSpPr/>
      </dsp:nvSpPr>
      <dsp:spPr>
        <a:xfrm>
          <a:off x="0" y="1640513"/>
          <a:ext cx="4683949" cy="1113840"/>
        </a:xfrm>
        <a:prstGeom prst="round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- Detectar corretamente presença e gases</a:t>
          </a:r>
        </a:p>
      </dsp:txBody>
      <dsp:txXfrm>
        <a:off x="54373" y="1694886"/>
        <a:ext cx="4575203" cy="1005094"/>
      </dsp:txXfrm>
    </dsp:sp>
    <dsp:sp modelId="{4D46A582-DD46-4653-8DEA-039D79EC8DE1}">
      <dsp:nvSpPr>
        <dsp:cNvPr id="0" name=""/>
        <dsp:cNvSpPr/>
      </dsp:nvSpPr>
      <dsp:spPr>
        <a:xfrm>
          <a:off x="0" y="2834993"/>
          <a:ext cx="4683949" cy="1113840"/>
        </a:xfrm>
        <a:prstGeom prst="round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- Acionar alarmes em situações de risco</a:t>
          </a:r>
        </a:p>
      </dsp:txBody>
      <dsp:txXfrm>
        <a:off x="54373" y="2889366"/>
        <a:ext cx="4575203" cy="1005094"/>
      </dsp:txXfrm>
    </dsp:sp>
    <dsp:sp modelId="{E9B0B745-AA41-4FBA-B3CF-5F8807EC9911}">
      <dsp:nvSpPr>
        <dsp:cNvPr id="0" name=""/>
        <dsp:cNvSpPr/>
      </dsp:nvSpPr>
      <dsp:spPr>
        <a:xfrm>
          <a:off x="0" y="4029473"/>
          <a:ext cx="4683949" cy="111384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- Comunicação com plataforma IoT</a:t>
          </a:r>
        </a:p>
      </dsp:txBody>
      <dsp:txXfrm>
        <a:off x="54373" y="4083846"/>
        <a:ext cx="4575203" cy="1005094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A9D1F3-498E-4780-94F5-26743A939192}">
      <dsp:nvSpPr>
        <dsp:cNvPr id="0" name=""/>
        <dsp:cNvSpPr/>
      </dsp:nvSpPr>
      <dsp:spPr>
        <a:xfrm>
          <a:off x="0" y="250193"/>
          <a:ext cx="4683949" cy="57563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- Sensor de presença</a:t>
          </a:r>
        </a:p>
      </dsp:txBody>
      <dsp:txXfrm>
        <a:off x="28100" y="278293"/>
        <a:ext cx="4627749" cy="519439"/>
      </dsp:txXfrm>
    </dsp:sp>
    <dsp:sp modelId="{8C9FE107-47C0-426E-8312-BDFF9B9D49FF}">
      <dsp:nvSpPr>
        <dsp:cNvPr id="0" name=""/>
        <dsp:cNvSpPr/>
      </dsp:nvSpPr>
      <dsp:spPr>
        <a:xfrm>
          <a:off x="0" y="894953"/>
          <a:ext cx="4683949" cy="575639"/>
        </a:xfrm>
        <a:prstGeom prst="roundRect">
          <a:avLst/>
        </a:prstGeom>
        <a:solidFill>
          <a:schemeClr val="accent2">
            <a:hueOff val="668788"/>
            <a:satOff val="-834"/>
            <a:lumOff val="19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- Sensor de gás</a:t>
          </a:r>
        </a:p>
      </dsp:txBody>
      <dsp:txXfrm>
        <a:off x="28100" y="923053"/>
        <a:ext cx="4627749" cy="519439"/>
      </dsp:txXfrm>
    </dsp:sp>
    <dsp:sp modelId="{7ED26D61-CF47-4C06-B8FB-45CD1B2D1B0D}">
      <dsp:nvSpPr>
        <dsp:cNvPr id="0" name=""/>
        <dsp:cNvSpPr/>
      </dsp:nvSpPr>
      <dsp:spPr>
        <a:xfrm>
          <a:off x="0" y="1539713"/>
          <a:ext cx="4683949" cy="575639"/>
        </a:xfrm>
        <a:prstGeom prst="roundRect">
          <a:avLst/>
        </a:prstGeom>
        <a:solidFill>
          <a:schemeClr val="accent2">
            <a:hueOff val="1337577"/>
            <a:satOff val="-1668"/>
            <a:lumOff val="39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- LED de alerta</a:t>
          </a:r>
        </a:p>
      </dsp:txBody>
      <dsp:txXfrm>
        <a:off x="28100" y="1567813"/>
        <a:ext cx="4627749" cy="519439"/>
      </dsp:txXfrm>
    </dsp:sp>
    <dsp:sp modelId="{D294430A-7070-489F-BDF6-F00C3D09EBD5}">
      <dsp:nvSpPr>
        <dsp:cNvPr id="0" name=""/>
        <dsp:cNvSpPr/>
      </dsp:nvSpPr>
      <dsp:spPr>
        <a:xfrm>
          <a:off x="0" y="2184473"/>
          <a:ext cx="4683949" cy="575639"/>
        </a:xfrm>
        <a:prstGeom prst="roundRect">
          <a:avLst/>
        </a:prstGeom>
        <a:solidFill>
          <a:schemeClr val="accent2">
            <a:hueOff val="2006365"/>
            <a:satOff val="-2502"/>
            <a:lumOff val="58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- Comunicação com plataforma IoT</a:t>
          </a:r>
        </a:p>
      </dsp:txBody>
      <dsp:txXfrm>
        <a:off x="28100" y="2212573"/>
        <a:ext cx="4627749" cy="519439"/>
      </dsp:txXfrm>
    </dsp:sp>
    <dsp:sp modelId="{5D357720-81DD-45CE-B62B-9561A4C7F31D}">
      <dsp:nvSpPr>
        <dsp:cNvPr id="0" name=""/>
        <dsp:cNvSpPr/>
      </dsp:nvSpPr>
      <dsp:spPr>
        <a:xfrm>
          <a:off x="0" y="2829233"/>
          <a:ext cx="4683949" cy="575639"/>
        </a:xfrm>
        <a:prstGeom prst="roundRect">
          <a:avLst/>
        </a:prstGeom>
        <a:solidFill>
          <a:schemeClr val="accent2">
            <a:hueOff val="2675154"/>
            <a:satOff val="-3337"/>
            <a:lumOff val="78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- Armazenamento local</a:t>
          </a:r>
        </a:p>
      </dsp:txBody>
      <dsp:txXfrm>
        <a:off x="28100" y="2857333"/>
        <a:ext cx="4627749" cy="519439"/>
      </dsp:txXfrm>
    </dsp:sp>
    <dsp:sp modelId="{0FC09AF6-EF8D-41E5-8F71-0D8EC93FE71D}">
      <dsp:nvSpPr>
        <dsp:cNvPr id="0" name=""/>
        <dsp:cNvSpPr/>
      </dsp:nvSpPr>
      <dsp:spPr>
        <a:xfrm>
          <a:off x="0" y="3473993"/>
          <a:ext cx="4683949" cy="575639"/>
        </a:xfrm>
        <a:prstGeom prst="roundRect">
          <a:avLst/>
        </a:prstGeom>
        <a:solidFill>
          <a:schemeClr val="accent2">
            <a:hueOff val="3343942"/>
            <a:satOff val="-4171"/>
            <a:lumOff val="98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- Interface de rede</a:t>
          </a:r>
        </a:p>
      </dsp:txBody>
      <dsp:txXfrm>
        <a:off x="28100" y="3502093"/>
        <a:ext cx="4627749" cy="519439"/>
      </dsp:txXfrm>
    </dsp:sp>
    <dsp:sp modelId="{0086B562-A04F-413C-90B0-5CC0A737942B}">
      <dsp:nvSpPr>
        <dsp:cNvPr id="0" name=""/>
        <dsp:cNvSpPr/>
      </dsp:nvSpPr>
      <dsp:spPr>
        <a:xfrm>
          <a:off x="0" y="4118753"/>
          <a:ext cx="4683949" cy="575639"/>
        </a:xfrm>
        <a:prstGeom prst="roundRect">
          <a:avLst/>
        </a:prstGeom>
        <a:solidFill>
          <a:schemeClr val="accent2">
            <a:hueOff val="4012731"/>
            <a:satOff val="-5005"/>
            <a:lumOff val="117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- Alarme sonoro</a:t>
          </a:r>
        </a:p>
      </dsp:txBody>
      <dsp:txXfrm>
        <a:off x="28100" y="4146853"/>
        <a:ext cx="4627749" cy="519439"/>
      </dsp:txXfrm>
    </dsp:sp>
    <dsp:sp modelId="{F285448C-8851-4DB1-9675-B04F394EC9DB}">
      <dsp:nvSpPr>
        <dsp:cNvPr id="0" name=""/>
        <dsp:cNvSpPr/>
      </dsp:nvSpPr>
      <dsp:spPr>
        <a:xfrm>
          <a:off x="0" y="4763513"/>
          <a:ext cx="4683949" cy="575639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- Microcontrolador</a:t>
          </a:r>
        </a:p>
      </dsp:txBody>
      <dsp:txXfrm>
        <a:off x="28100" y="4791613"/>
        <a:ext cx="4627749" cy="519439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568FB9-6583-4723-90D4-61FEDD323375}">
      <dsp:nvSpPr>
        <dsp:cNvPr id="0" name=""/>
        <dsp:cNvSpPr/>
      </dsp:nvSpPr>
      <dsp:spPr>
        <a:xfrm>
          <a:off x="0" y="908268"/>
          <a:ext cx="4683949" cy="167680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1C749B5-35C1-49CB-8FDD-A8D8B8FF377D}">
      <dsp:nvSpPr>
        <dsp:cNvPr id="0" name=""/>
        <dsp:cNvSpPr/>
      </dsp:nvSpPr>
      <dsp:spPr>
        <a:xfrm>
          <a:off x="507233" y="1285549"/>
          <a:ext cx="922242" cy="92224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BA6DAB-DB8F-46AC-B598-24F96B7EAA34}">
      <dsp:nvSpPr>
        <dsp:cNvPr id="0" name=""/>
        <dsp:cNvSpPr/>
      </dsp:nvSpPr>
      <dsp:spPr>
        <a:xfrm>
          <a:off x="1936708" y="908268"/>
          <a:ext cx="2747240" cy="16768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462" tIns="177462" rIns="177462" bIns="177462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- Upload e recebimento de dados</a:t>
          </a:r>
        </a:p>
      </dsp:txBody>
      <dsp:txXfrm>
        <a:off x="1936708" y="908268"/>
        <a:ext cx="2747240" cy="1676804"/>
      </dsp:txXfrm>
    </dsp:sp>
    <dsp:sp modelId="{F1E2C2E0-ED3C-4345-B2DD-9D8355732960}">
      <dsp:nvSpPr>
        <dsp:cNvPr id="0" name=""/>
        <dsp:cNvSpPr/>
      </dsp:nvSpPr>
      <dsp:spPr>
        <a:xfrm>
          <a:off x="0" y="3004274"/>
          <a:ext cx="4683949" cy="167680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8B37BC3-9343-483D-B774-9DAA0582CC97}">
      <dsp:nvSpPr>
        <dsp:cNvPr id="0" name=""/>
        <dsp:cNvSpPr/>
      </dsp:nvSpPr>
      <dsp:spPr>
        <a:xfrm>
          <a:off x="507233" y="3381554"/>
          <a:ext cx="922242" cy="92224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995D9C-A8B4-4096-96CC-5F879B71F77D}">
      <dsp:nvSpPr>
        <dsp:cNvPr id="0" name=""/>
        <dsp:cNvSpPr/>
      </dsp:nvSpPr>
      <dsp:spPr>
        <a:xfrm>
          <a:off x="1936708" y="3004274"/>
          <a:ext cx="2747240" cy="16768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462" tIns="177462" rIns="177462" bIns="177462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- Acesso e visualização de medições</a:t>
          </a:r>
        </a:p>
      </dsp:txBody>
      <dsp:txXfrm>
        <a:off x="1936708" y="3004274"/>
        <a:ext cx="2747240" cy="167680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9545" y="1070800"/>
            <a:ext cx="2954766" cy="5583126"/>
          </a:xfrm>
        </p:spPr>
        <p:txBody>
          <a:bodyPr>
            <a:normAutofit/>
          </a:bodyPr>
          <a:lstStyle/>
          <a:p>
            <a:pPr algn="r">
              <a:lnSpc>
                <a:spcPct val="90000"/>
              </a:lnSpc>
            </a:pPr>
            <a:r>
              <a:rPr lang="pt-BR" sz="3300"/>
              <a:t>Sistema de Monitoramento de Presença e Gases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6039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103AAE5-8D28-3460-859E-4A28BBB1AA8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65090030"/>
              </p:ext>
            </p:extLst>
          </p:nvPr>
        </p:nvGraphicFramePr>
        <p:xfrm>
          <a:off x="3831401" y="1070800"/>
          <a:ext cx="4683949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9545" y="1070800"/>
            <a:ext cx="2954766" cy="5583126"/>
          </a:xfrm>
        </p:spPr>
        <p:txBody>
          <a:bodyPr>
            <a:normAutofit/>
          </a:bodyPr>
          <a:lstStyle/>
          <a:p>
            <a:pPr algn="r"/>
            <a:r>
              <a:rPr lang="pt-BR" sz="6000"/>
              <a:t>Objetivo do Sistema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6039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3F0A8A2-AC42-FDE1-539B-772E3119EA0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52138110"/>
              </p:ext>
            </p:extLst>
          </p:nvPr>
        </p:nvGraphicFramePr>
        <p:xfrm>
          <a:off x="3831401" y="1070800"/>
          <a:ext cx="4683949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9545" y="1070800"/>
            <a:ext cx="2954766" cy="5583126"/>
          </a:xfrm>
        </p:spPr>
        <p:txBody>
          <a:bodyPr>
            <a:normAutofit/>
          </a:bodyPr>
          <a:lstStyle/>
          <a:p>
            <a:pPr algn="r"/>
            <a:r>
              <a:rPr lang="pt-BR" sz="4900"/>
              <a:t>Requisitos do Dispositivo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6039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5C81537-A7FC-093D-205D-420DEEB1047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92995418"/>
              </p:ext>
            </p:extLst>
          </p:nvPr>
        </p:nvGraphicFramePr>
        <p:xfrm>
          <a:off x="3831401" y="1070800"/>
          <a:ext cx="4683949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9545" y="1070800"/>
            <a:ext cx="2954766" cy="5583126"/>
          </a:xfrm>
        </p:spPr>
        <p:txBody>
          <a:bodyPr>
            <a:normAutofit/>
          </a:bodyPr>
          <a:lstStyle/>
          <a:p>
            <a:pPr algn="r"/>
            <a:r>
              <a:t>Plataforma IoT</a:t>
            </a:r>
            <a:endParaRPr lang="pt-BR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6039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AE3456F-8422-97C9-D70E-EB5275F305F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40509319"/>
              </p:ext>
            </p:extLst>
          </p:nvPr>
        </p:nvGraphicFramePr>
        <p:xfrm>
          <a:off x="3831401" y="1070800"/>
          <a:ext cx="4683949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9545" y="1070800"/>
            <a:ext cx="2954766" cy="5583126"/>
          </a:xfrm>
        </p:spPr>
        <p:txBody>
          <a:bodyPr>
            <a:normAutofit/>
          </a:bodyPr>
          <a:lstStyle/>
          <a:p>
            <a:pPr algn="r"/>
            <a:r>
              <a:rPr lang="pt-BR" sz="4900"/>
              <a:t>Requisitos Não Funcionais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6039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722D076-9A99-5663-C890-A4F0C056797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80348086"/>
              </p:ext>
            </p:extLst>
          </p:nvPr>
        </p:nvGraphicFramePr>
        <p:xfrm>
          <a:off x="3831401" y="1070800"/>
          <a:ext cx="4683949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6891" y="1119031"/>
            <a:ext cx="3464954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8305" y="1396686"/>
            <a:ext cx="2430380" cy="4064628"/>
          </a:xfrm>
        </p:spPr>
        <p:txBody>
          <a:bodyPr vert="horz" lIns="91440" tIns="45720" rIns="91440" bIns="45720" rtlCol="0">
            <a:normAutofit/>
          </a:bodyPr>
          <a:lstStyle/>
          <a:p>
            <a:pPr defTabSz="914400"/>
            <a:r>
              <a:rPr lang="en-US" sz="41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Restrições</a:t>
            </a:r>
          </a:p>
        </p:txBody>
      </p:sp>
      <p:sp>
        <p:nvSpPr>
          <p:cNvPr id="25" name="Arc 24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6512790" y="941148"/>
            <a:ext cx="2240924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536" y="4780992"/>
            <a:ext cx="409575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27614" y="1526033"/>
            <a:ext cx="4152298" cy="3935281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defTabSz="914400">
              <a:spcBef>
                <a:spcPts val="1000"/>
              </a:spcBef>
              <a:buNone/>
            </a:pPr>
            <a:r>
              <a:rPr lang="en-US" kern="1200">
                <a:latin typeface="+mn-lt"/>
                <a:ea typeface="+mn-ea"/>
                <a:cs typeface="+mn-cs"/>
              </a:rPr>
              <a:t>- Custo máximo por unidade: R$ 150,00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9545" y="1070800"/>
            <a:ext cx="2954766" cy="5583126"/>
          </a:xfrm>
        </p:spPr>
        <p:txBody>
          <a:bodyPr>
            <a:normAutofit/>
          </a:bodyPr>
          <a:lstStyle/>
          <a:p>
            <a:pPr algn="r"/>
            <a:r>
              <a:rPr lang="pt-BR" sz="5400"/>
              <a:t>Critérios de Aceitação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6039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AB3274B-EDFF-10D6-AA81-923E876F756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15471983"/>
              </p:ext>
            </p:extLst>
          </p:nvPr>
        </p:nvGraphicFramePr>
        <p:xfrm>
          <a:off x="3831401" y="1070800"/>
          <a:ext cx="4683949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9545" y="1070800"/>
            <a:ext cx="2954766" cy="5583126"/>
          </a:xfrm>
        </p:spPr>
        <p:txBody>
          <a:bodyPr>
            <a:normAutofit/>
          </a:bodyPr>
          <a:lstStyle/>
          <a:p>
            <a:pPr algn="r"/>
            <a:r>
              <a:t>Testes do Sistema Embarcado</a:t>
            </a:r>
            <a:endParaRPr lang="pt-BR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6039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7B36F44-14B9-DED6-C7AF-5910576A7C8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63930248"/>
              </p:ext>
            </p:extLst>
          </p:nvPr>
        </p:nvGraphicFramePr>
        <p:xfrm>
          <a:off x="3831401" y="1070800"/>
          <a:ext cx="4683949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9545" y="1070800"/>
            <a:ext cx="2954766" cy="5583126"/>
          </a:xfrm>
        </p:spPr>
        <p:txBody>
          <a:bodyPr>
            <a:normAutofit/>
          </a:bodyPr>
          <a:lstStyle/>
          <a:p>
            <a:pPr algn="r"/>
            <a:r>
              <a:t>Testes da Plataforma IoT</a:t>
            </a:r>
            <a:endParaRPr lang="pt-BR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6039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5A696AC-9870-E992-6523-CB7A6730A23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48267695"/>
              </p:ext>
            </p:extLst>
          </p:nvPr>
        </p:nvGraphicFramePr>
        <p:xfrm>
          <a:off x="3831401" y="1070800"/>
          <a:ext cx="4683949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222</Words>
  <Application>Microsoft Office PowerPoint</Application>
  <PresentationFormat>Apresentação na tela (4:3)</PresentationFormat>
  <Paragraphs>43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Sistema de Monitoramento de Presença e Gases</vt:lpstr>
      <vt:lpstr>Objetivo do Sistema</vt:lpstr>
      <vt:lpstr>Requisitos do Dispositivo</vt:lpstr>
      <vt:lpstr>Plataforma IoT</vt:lpstr>
      <vt:lpstr>Requisitos Não Funcionais</vt:lpstr>
      <vt:lpstr>Restrições</vt:lpstr>
      <vt:lpstr>Critérios de Aceitação</vt:lpstr>
      <vt:lpstr>Testes do Sistema Embarcado</vt:lpstr>
      <vt:lpstr>Testes da Plataforma IoT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Nathan Saldanha</dc:creator>
  <cp:keywords/>
  <dc:description>generated using python-pptx</dc:description>
  <cp:lastModifiedBy>Nathan Saldanha</cp:lastModifiedBy>
  <cp:revision>2</cp:revision>
  <dcterms:created xsi:type="dcterms:W3CDTF">2013-01-27T09:14:16Z</dcterms:created>
  <dcterms:modified xsi:type="dcterms:W3CDTF">2025-12-03T00:34:03Z</dcterms:modified>
  <cp:category/>
</cp:coreProperties>
</file>